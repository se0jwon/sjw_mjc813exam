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690DA-4859-4BB4-8DB7-95FCFD89F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945D3A-782A-4868-AB8A-D06AD27C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00211E-B694-4FE4-B224-D4EBCEF8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28C8-6D42-4BAF-B4D7-567C1D1E6C1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ECDF1E-3BA2-4D23-B212-2C66CC39C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1AE836-820B-4317-8340-458295EF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5CB3-7C55-4654-85E9-F24891FC1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0569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688757-1175-43BB-A44F-5415F756A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16BD68-308C-45F6-B081-825321027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D59E4C-5847-43F4-867D-80D7911EB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28C8-6D42-4BAF-B4D7-567C1D1E6C1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0BB877-3F15-43A2-8907-78F7046CE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F2FC2F-7B46-47F6-ADF9-E4B2F5582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5CB3-7C55-4654-85E9-F24891FC1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50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2FCFAE-5CE9-49BC-96B2-9DF669777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495846-DD5E-4359-81E7-A5014905E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56EF28-3550-4D05-9620-70B8C12EA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28C8-6D42-4BAF-B4D7-567C1D1E6C1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8ED513-2638-4405-8470-CA33AB1E4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4717DC-5CDB-419F-B2F9-5F846473C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5CB3-7C55-4654-85E9-F24891FC1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264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87C49-6C28-496E-89AC-2CEBBC7C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290F65-0833-4662-9DEB-50B42312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FF5D71-79DE-4189-B0E6-79521E849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E5EEBC-5008-4235-A1F0-C6663142F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28C8-6D42-4BAF-B4D7-567C1D1E6C1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BC84EC-8B91-4EF2-B422-D43C8BFF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24C7A2-8C6A-43F9-AC6B-00F7037CE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5CB3-7C55-4654-85E9-F24891FC1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858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A143D-8842-48A1-90F3-02E982CCC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258737-4A4A-4499-ADD7-10239CA87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2B410C-C402-4F5F-AA4C-D21C933C7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C07651-F3C9-46DA-8D5A-949822816A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E69EA0-4ACA-4486-BC68-DB0DD6A719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C622D11-AB76-41D4-B518-BC6C1BFA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28C8-6D42-4BAF-B4D7-567C1D1E6C1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453CD0-2F5C-4D5A-B75A-72F6AA031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5B66441-3765-4378-AB06-CD203218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5CB3-7C55-4654-85E9-F24891FC1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273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0862FF-88EB-40A2-99C0-ABDBDACAC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CE9604-8FBD-4081-8606-792157A4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28C8-6D42-4BAF-B4D7-567C1D1E6C1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AE3801-B11F-4E98-B319-33FF3F51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37F9D9-3295-4F76-8028-EF7BEAFAB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5CB3-7C55-4654-85E9-F24891FC1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203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F4EC0C-A919-414F-88AD-43BDFD4FC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28C8-6D42-4BAF-B4D7-567C1D1E6C1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16B68BE-E204-4770-9C19-4A8488CF0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C4C414-470A-4003-811B-A05C6376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5CB3-7C55-4654-85E9-F24891FC1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8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461D8C-88A9-4269-BDDB-AEE12BCA2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C54179-7DD8-454F-B568-61EBCDF9D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19AA71-4474-424E-86E1-68D494821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3DF09F-7099-4CB4-B4B8-CB68E8B97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28C8-6D42-4BAF-B4D7-567C1D1E6C1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A5A5A7-F4F7-4FD4-A20B-5FD7F68B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40FB4C-292C-499C-B725-78636F088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5CB3-7C55-4654-85E9-F24891FC1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27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C38CA-3D70-4E69-A947-6642CEC78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6902E4-2738-4471-8D04-5CD5F98527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CAE76A-0B48-43A9-831F-46FB8E237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5088F6-05F1-4885-9CB4-32117778B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28C8-6D42-4BAF-B4D7-567C1D1E6C1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2B181C-83CC-4FEB-B829-799F88A72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8F3034-0CF5-41F5-965E-BA0C96CE3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5CB3-7C55-4654-85E9-F24891FC1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72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0B3516-E44B-4BC5-90F3-EA9D23073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3130CA-A328-464C-9C6A-32AE0A6A4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332E26-62D9-49CD-BF19-E8E9FF2EF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28C8-6D42-4BAF-B4D7-567C1D1E6C1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D2044C-14CB-4AEE-B4F0-B9BA018C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0CD4F7-28D3-460D-8FA7-3ED3ED0DE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5CB3-7C55-4654-85E9-F24891FC1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193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D302BDF-C05B-4ED6-86F8-FF013F1CF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CEE304C-DA8E-40D7-A3A5-89101729A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8EFCCA-9231-498B-89B8-8CEDAD0D9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D28C8-6D42-4BAF-B4D7-567C1D1E6C1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780A0C-AC03-415C-A67C-9B82E470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966431-4806-4B6A-ABB1-EBA487140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5CB3-7C55-4654-85E9-F24891FC1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88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6842628-21DE-4063-AE8E-C579BD235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5BB1A7-4635-4052-BEEF-9391A2DA1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697C33-0AD0-45B6-83D3-D1000DC94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28C8-6D42-4BAF-B4D7-567C1D1E6C1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EF8705-24B1-4BA0-9B3C-A9384A5B07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05A4F3-556D-4D2E-A341-71E680E32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B5CB3-7C55-4654-85E9-F24891FC1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72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DA357C-9379-4A80-B917-EF346EC691AC}"/>
              </a:ext>
            </a:extLst>
          </p:cNvPr>
          <p:cNvSpPr txBox="1"/>
          <p:nvPr/>
        </p:nvSpPr>
        <p:spPr>
          <a:xfrm>
            <a:off x="397079" y="356019"/>
            <a:ext cx="481528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/>
              <a:t>브라우저 </a:t>
            </a:r>
            <a:r>
              <a:rPr lang="en-US" altLang="ko-KR" dirty="0"/>
              <a:t>http://host:port/context/view?id=1</a:t>
            </a:r>
          </a:p>
          <a:p>
            <a:br>
              <a:rPr lang="en-US" altLang="ko-KR" dirty="0"/>
            </a:br>
            <a:r>
              <a:rPr lang="en-US" altLang="ko-KR" dirty="0"/>
              <a:t>View</a:t>
            </a:r>
            <a:r>
              <a:rPr lang="ko-KR" altLang="en-US" dirty="0"/>
              <a:t> 화면 템플릿</a:t>
            </a:r>
            <a:r>
              <a:rPr lang="en-US" altLang="ko-KR" dirty="0"/>
              <a:t>(</a:t>
            </a:r>
            <a:r>
              <a:rPr lang="en-US" altLang="ko-KR" dirty="0" err="1"/>
              <a:t>src</a:t>
            </a:r>
            <a:r>
              <a:rPr lang="en-US" altLang="ko-KR" dirty="0"/>
              <a:t>/main/resources/templates/contact/</a:t>
            </a:r>
            <a:r>
              <a:rPr lang="en-US" altLang="ko-KR" dirty="0" err="1"/>
              <a:t>view.mustache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{{#</a:t>
            </a:r>
            <a:r>
              <a:rPr lang="ko-KR" altLang="en-US" dirty="0"/>
              <a:t>키</a:t>
            </a:r>
            <a:r>
              <a:rPr lang="en-US" altLang="ko-KR" dirty="0"/>
              <a:t>}}</a:t>
            </a:r>
            <a:br>
              <a:rPr lang="en-US" altLang="ko-KR" dirty="0"/>
            </a:br>
            <a:r>
              <a:rPr lang="ko-KR" altLang="en-US" dirty="0"/>
              <a:t>이름</a:t>
            </a:r>
            <a:r>
              <a:rPr lang="en-US" altLang="ko-KR" dirty="0"/>
              <a:t>: {{name}}</a:t>
            </a:r>
            <a:r>
              <a:rPr lang="ko-KR" altLang="en-US" dirty="0"/>
              <a:t>보여주기</a:t>
            </a:r>
            <a:br>
              <a:rPr lang="en-US" altLang="ko-KR" dirty="0"/>
            </a:br>
            <a:r>
              <a:rPr lang="ko-KR" altLang="en-US" dirty="0"/>
              <a:t>이메일</a:t>
            </a:r>
            <a:r>
              <a:rPr lang="en-US" altLang="ko-KR" dirty="0"/>
              <a:t>:</a:t>
            </a:r>
            <a:r>
              <a:rPr lang="ko-KR" altLang="en-US" dirty="0" err="1"/>
              <a:t>이메일보여주기</a:t>
            </a:r>
            <a:endParaRPr lang="en-US" altLang="ko-KR" dirty="0"/>
          </a:p>
          <a:p>
            <a:r>
              <a:rPr lang="en-US" altLang="ko-KR" dirty="0"/>
              <a:t>{{/</a:t>
            </a:r>
            <a:r>
              <a:rPr lang="ko-KR" altLang="en-US" dirty="0"/>
              <a:t>키</a:t>
            </a:r>
            <a:r>
              <a:rPr lang="en-US" altLang="ko-KR" dirty="0"/>
              <a:t>}}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6752FE-44D9-4E1E-8D6E-F4AD522680D7}"/>
              </a:ext>
            </a:extLst>
          </p:cNvPr>
          <p:cNvSpPr txBox="1"/>
          <p:nvPr/>
        </p:nvSpPr>
        <p:spPr>
          <a:xfrm>
            <a:off x="5978555" y="356019"/>
            <a:ext cx="5698921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Java Controller</a:t>
            </a:r>
            <a:br>
              <a:rPr lang="en-US" altLang="ko-KR" dirty="0"/>
            </a:br>
            <a:r>
              <a:rPr lang="en-US" altLang="ko-KR" dirty="0"/>
              <a:t>@GetMapping(“/view”)</a:t>
            </a:r>
          </a:p>
          <a:p>
            <a:r>
              <a:rPr lang="en-US" altLang="ko-KR" dirty="0"/>
              <a:t>Public String view(Model </a:t>
            </a:r>
            <a:r>
              <a:rPr lang="en-US" altLang="ko-KR" dirty="0" err="1"/>
              <a:t>model</a:t>
            </a:r>
            <a:r>
              <a:rPr lang="en-US" altLang="ko-KR" dirty="0"/>
              <a:t>, @RequestParam(“id”) Long id ) {</a:t>
            </a:r>
          </a:p>
          <a:p>
            <a:r>
              <a:rPr lang="en-US" altLang="ko-KR" dirty="0"/>
              <a:t>  // id </a:t>
            </a:r>
            <a:r>
              <a:rPr lang="ko-KR" altLang="en-US" dirty="0"/>
              <a:t>에 해당하는 데이터 </a:t>
            </a:r>
            <a:r>
              <a:rPr lang="en-US" altLang="ko-KR" dirty="0"/>
              <a:t>1</a:t>
            </a:r>
            <a:r>
              <a:rPr lang="ko-KR" altLang="en-US" dirty="0"/>
              <a:t>개를 </a:t>
            </a:r>
            <a:r>
              <a:rPr lang="en-US" altLang="ko-KR" dirty="0"/>
              <a:t>select </a:t>
            </a:r>
            <a:r>
              <a:rPr lang="ko-KR" altLang="en-US" dirty="0"/>
              <a:t>하는 쿼리 문장까지 실행해야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Contact 1</a:t>
            </a:r>
            <a:r>
              <a:rPr lang="ko-KR" altLang="en-US" dirty="0"/>
              <a:t>개 </a:t>
            </a:r>
            <a:r>
              <a:rPr lang="en-US" altLang="ko-KR" dirty="0"/>
              <a:t>= service(repository)</a:t>
            </a:r>
            <a:r>
              <a:rPr lang="ko-KR" altLang="en-US" dirty="0"/>
              <a:t> </a:t>
            </a:r>
            <a:r>
              <a:rPr lang="en-US" altLang="ko-KR" dirty="0"/>
              <a:t>select1</a:t>
            </a:r>
            <a:r>
              <a:rPr lang="ko-KR" altLang="en-US" dirty="0" err="1"/>
              <a:t>개쿼리</a:t>
            </a:r>
            <a:endParaRPr lang="en-US" altLang="ko-KR" dirty="0"/>
          </a:p>
          <a:p>
            <a:r>
              <a:rPr lang="en-US" altLang="ko-KR" dirty="0"/>
              <a:t>  </a:t>
            </a:r>
            <a:r>
              <a:rPr lang="en-US" altLang="ko-KR" dirty="0" err="1"/>
              <a:t>model.addAttribute</a:t>
            </a:r>
            <a:r>
              <a:rPr lang="en-US" altLang="ko-KR" dirty="0"/>
              <a:t>(“</a:t>
            </a:r>
            <a:r>
              <a:rPr lang="ko-KR" altLang="en-US" dirty="0"/>
              <a:t>키</a:t>
            </a:r>
            <a:r>
              <a:rPr lang="en-US" altLang="ko-KR" dirty="0"/>
              <a:t>”, Contact</a:t>
            </a:r>
            <a:r>
              <a:rPr lang="ko-KR" altLang="en-US" dirty="0"/>
              <a:t>값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  return “contact/view”;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595434B-B030-43E6-95F0-5524B73E27DF}"/>
              </a:ext>
            </a:extLst>
          </p:cNvPr>
          <p:cNvCxnSpPr/>
          <p:nvPr/>
        </p:nvCxnSpPr>
        <p:spPr>
          <a:xfrm>
            <a:off x="5092117" y="562062"/>
            <a:ext cx="1003883" cy="21811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5F82867-5413-477B-8437-8C0B375220D8}"/>
              </a:ext>
            </a:extLst>
          </p:cNvPr>
          <p:cNvCxnSpPr>
            <a:cxnSpLocks/>
          </p:cNvCxnSpPr>
          <p:nvPr/>
        </p:nvCxnSpPr>
        <p:spPr>
          <a:xfrm flipH="1" flipV="1">
            <a:off x="2046914" y="1931525"/>
            <a:ext cx="6781101" cy="58517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91D8250-6D6D-4470-A05A-21472CF64884}"/>
              </a:ext>
            </a:extLst>
          </p:cNvPr>
          <p:cNvCxnSpPr/>
          <p:nvPr/>
        </p:nvCxnSpPr>
        <p:spPr>
          <a:xfrm flipH="1" flipV="1">
            <a:off x="2508308" y="1094683"/>
            <a:ext cx="4538444" cy="167368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C6BCA8D-C6C7-4C68-A36E-0FD74D8F5B22}"/>
              </a:ext>
            </a:extLst>
          </p:cNvPr>
          <p:cNvSpPr txBox="1"/>
          <p:nvPr/>
        </p:nvSpPr>
        <p:spPr>
          <a:xfrm>
            <a:off x="397079" y="3617279"/>
            <a:ext cx="7186569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@Controller</a:t>
            </a:r>
          </a:p>
          <a:p>
            <a:r>
              <a:rPr lang="en-US" altLang="ko-KR" dirty="0"/>
              <a:t>Public class </a:t>
            </a:r>
            <a:r>
              <a:rPr lang="en-US" altLang="ko-KR" dirty="0" err="1"/>
              <a:t>ContactController</a:t>
            </a:r>
            <a:r>
              <a:rPr lang="en-US" altLang="ko-KR" dirty="0"/>
              <a:t> {</a:t>
            </a:r>
          </a:p>
          <a:p>
            <a:r>
              <a:rPr lang="en-US" altLang="ko-KR" dirty="0"/>
              <a:t>  @Autowired</a:t>
            </a:r>
          </a:p>
          <a:p>
            <a:r>
              <a:rPr lang="en-US" altLang="ko-KR" dirty="0"/>
              <a:t>  private </a:t>
            </a:r>
            <a:r>
              <a:rPr lang="ko-KR" altLang="en-US" dirty="0" err="1"/>
              <a:t>서비스클래스명</a:t>
            </a:r>
            <a:r>
              <a:rPr lang="ko-KR" altLang="en-US" dirty="0"/>
              <a:t> 멤버변수명</a:t>
            </a:r>
            <a:r>
              <a:rPr lang="en-US" altLang="ko-KR" dirty="0"/>
              <a:t>;</a:t>
            </a:r>
          </a:p>
          <a:p>
            <a:br>
              <a:rPr lang="en-US" altLang="ko-KR" dirty="0"/>
            </a:br>
            <a:r>
              <a:rPr lang="en-US" altLang="ko-KR" dirty="0"/>
              <a:t>  @GetMapping(“/view”)</a:t>
            </a:r>
          </a:p>
          <a:p>
            <a:r>
              <a:rPr lang="en-US" altLang="ko-KR" dirty="0"/>
              <a:t>  Public String view(Model </a:t>
            </a:r>
            <a:r>
              <a:rPr lang="en-US" altLang="ko-KR" dirty="0" err="1"/>
              <a:t>model</a:t>
            </a:r>
            <a:r>
              <a:rPr lang="en-US" altLang="ko-KR" dirty="0"/>
              <a:t>, @RequestParam(“id”) Long id ) {</a:t>
            </a:r>
          </a:p>
          <a:p>
            <a:r>
              <a:rPr lang="en-US" altLang="ko-KR" dirty="0"/>
              <a:t>    // id </a:t>
            </a:r>
            <a:r>
              <a:rPr lang="ko-KR" altLang="en-US" dirty="0"/>
              <a:t>에 해당하는 데이터 </a:t>
            </a:r>
            <a:r>
              <a:rPr lang="en-US" altLang="ko-KR" dirty="0"/>
              <a:t>1</a:t>
            </a:r>
            <a:r>
              <a:rPr lang="ko-KR" altLang="en-US" dirty="0"/>
              <a:t>개를 </a:t>
            </a:r>
            <a:r>
              <a:rPr lang="en-US" altLang="ko-KR" dirty="0"/>
              <a:t>select </a:t>
            </a:r>
            <a:r>
              <a:rPr lang="ko-KR" altLang="en-US" dirty="0"/>
              <a:t>하는 쿼리 문장까지 실행</a:t>
            </a:r>
            <a:endParaRPr lang="en-US" altLang="ko-KR" dirty="0"/>
          </a:p>
          <a:p>
            <a:r>
              <a:rPr lang="en-US" altLang="ko-KR" dirty="0"/>
              <a:t>    Contact </a:t>
            </a:r>
            <a:r>
              <a:rPr lang="en-US" altLang="ko-KR" dirty="0" err="1"/>
              <a:t>contact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this.</a:t>
            </a:r>
            <a:r>
              <a:rPr lang="ko-KR" altLang="en-US" dirty="0"/>
              <a:t>멤버변수명</a:t>
            </a:r>
            <a:r>
              <a:rPr lang="en-US" altLang="ko-KR" dirty="0"/>
              <a:t>.view(id);</a:t>
            </a:r>
          </a:p>
          <a:p>
            <a:r>
              <a:rPr lang="en-US" altLang="ko-KR" dirty="0"/>
              <a:t>  }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499EDE-4717-4B11-8A1A-92C07E75203B}"/>
              </a:ext>
            </a:extLst>
          </p:cNvPr>
          <p:cNvSpPr txBox="1"/>
          <p:nvPr/>
        </p:nvSpPr>
        <p:spPr>
          <a:xfrm>
            <a:off x="7784982" y="3642682"/>
            <a:ext cx="4085439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Service,</a:t>
            </a:r>
            <a:r>
              <a:rPr lang="ko-KR" altLang="en-US" dirty="0"/>
              <a:t> </a:t>
            </a:r>
            <a:r>
              <a:rPr lang="en-US" altLang="ko-KR" dirty="0"/>
              <a:t>Repository,</a:t>
            </a:r>
            <a:r>
              <a:rPr lang="ko-KR" altLang="en-US" dirty="0"/>
              <a:t> </a:t>
            </a:r>
            <a:r>
              <a:rPr lang="en-US" altLang="ko-KR" dirty="0"/>
              <a:t>Dao</a:t>
            </a:r>
          </a:p>
          <a:p>
            <a:r>
              <a:rPr lang="en-US" altLang="ko-KR" dirty="0"/>
              <a:t>@Service</a:t>
            </a:r>
          </a:p>
          <a:p>
            <a:r>
              <a:rPr lang="en-US" altLang="ko-KR" dirty="0"/>
              <a:t>Public class </a:t>
            </a:r>
            <a:r>
              <a:rPr lang="ko-KR" altLang="en-US" dirty="0" err="1"/>
              <a:t>서비스클래스명</a:t>
            </a:r>
            <a:r>
              <a:rPr lang="ko-KR" altLang="en-US" dirty="0"/>
              <a:t> </a:t>
            </a:r>
            <a:r>
              <a:rPr lang="en-US" altLang="ko-KR" dirty="0"/>
              <a:t>{</a:t>
            </a:r>
          </a:p>
          <a:p>
            <a:r>
              <a:rPr lang="en-US" altLang="ko-KR" dirty="0"/>
              <a:t>  @Autowired</a:t>
            </a:r>
          </a:p>
          <a:p>
            <a:r>
              <a:rPr lang="en-US" altLang="ko-KR" dirty="0"/>
              <a:t>  private </a:t>
            </a:r>
            <a:r>
              <a:rPr lang="en-US" altLang="ko-KR" dirty="0" err="1"/>
              <a:t>MybatisMapper</a:t>
            </a:r>
            <a:r>
              <a:rPr lang="en-US" altLang="ko-KR" dirty="0"/>
              <a:t> mapper;</a:t>
            </a:r>
          </a:p>
          <a:p>
            <a:endParaRPr lang="en-US" altLang="ko-KR" dirty="0"/>
          </a:p>
          <a:p>
            <a:r>
              <a:rPr lang="en-US" altLang="ko-KR" dirty="0"/>
              <a:t>  public Contact view(Long id) {</a:t>
            </a:r>
          </a:p>
          <a:p>
            <a:r>
              <a:rPr lang="en-US" altLang="ko-KR" dirty="0"/>
              <a:t>      Contact res = </a:t>
            </a:r>
            <a:r>
              <a:rPr lang="en-US" altLang="ko-KR" dirty="0" err="1"/>
              <a:t>mapper.view</a:t>
            </a:r>
            <a:r>
              <a:rPr lang="en-US" altLang="ko-KR" dirty="0"/>
              <a:t>(id);</a:t>
            </a:r>
          </a:p>
          <a:p>
            <a:r>
              <a:rPr lang="en-US" altLang="ko-KR" dirty="0"/>
              <a:t>  }</a:t>
            </a:r>
          </a:p>
          <a:p>
            <a:r>
              <a:rPr lang="en-US" altLang="ko-KR" dirty="0"/>
              <a:t>}</a:t>
            </a:r>
            <a:br>
              <a:rPr lang="en-US" altLang="ko-KR" dirty="0"/>
            </a:br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F34E9BC-0A55-4FD4-BD87-8F2F0A1314B3}"/>
              </a:ext>
            </a:extLst>
          </p:cNvPr>
          <p:cNvCxnSpPr>
            <a:cxnSpLocks/>
          </p:cNvCxnSpPr>
          <p:nvPr/>
        </p:nvCxnSpPr>
        <p:spPr>
          <a:xfrm flipH="1">
            <a:off x="4295163" y="4370664"/>
            <a:ext cx="3565321" cy="24328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27E59A6-9AD5-4E88-B7D8-3A9ADEC4B6E7}"/>
              </a:ext>
            </a:extLst>
          </p:cNvPr>
          <p:cNvCxnSpPr/>
          <p:nvPr/>
        </p:nvCxnSpPr>
        <p:spPr>
          <a:xfrm flipH="1">
            <a:off x="2046914" y="4102217"/>
            <a:ext cx="5813570" cy="26844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F7F5A0-FBBF-4A18-8E39-87C8730D21FE}"/>
              </a:ext>
            </a:extLst>
          </p:cNvPr>
          <p:cNvCxnSpPr/>
          <p:nvPr/>
        </p:nvCxnSpPr>
        <p:spPr>
          <a:xfrm flipH="1">
            <a:off x="4823670" y="5469622"/>
            <a:ext cx="4806891" cy="62917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130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C6BCA8D-C6C7-4C68-A36E-0FD74D8F5B22}"/>
              </a:ext>
            </a:extLst>
          </p:cNvPr>
          <p:cNvSpPr txBox="1"/>
          <p:nvPr/>
        </p:nvSpPr>
        <p:spPr>
          <a:xfrm>
            <a:off x="4728597" y="148244"/>
            <a:ext cx="378623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@Mapper</a:t>
            </a:r>
          </a:p>
          <a:p>
            <a:r>
              <a:rPr lang="en-US" altLang="ko-KR" dirty="0"/>
              <a:t>Public interface </a:t>
            </a:r>
            <a:r>
              <a:rPr lang="en-US" altLang="ko-KR" dirty="0" err="1"/>
              <a:t>MybatisMapper</a:t>
            </a:r>
            <a:r>
              <a:rPr lang="en-US" altLang="ko-KR" dirty="0"/>
              <a:t> {</a:t>
            </a:r>
          </a:p>
          <a:p>
            <a:r>
              <a:rPr lang="en-US" altLang="ko-KR" dirty="0"/>
              <a:t>  public Contact view(Long id);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499EDE-4717-4B11-8A1A-92C07E75203B}"/>
              </a:ext>
            </a:extLst>
          </p:cNvPr>
          <p:cNvSpPr txBox="1"/>
          <p:nvPr/>
        </p:nvSpPr>
        <p:spPr>
          <a:xfrm>
            <a:off x="276835" y="146620"/>
            <a:ext cx="4085439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Service,</a:t>
            </a:r>
            <a:r>
              <a:rPr lang="ko-KR" altLang="en-US" dirty="0"/>
              <a:t> </a:t>
            </a:r>
            <a:r>
              <a:rPr lang="en-US" altLang="ko-KR" dirty="0"/>
              <a:t>Repository,</a:t>
            </a:r>
            <a:r>
              <a:rPr lang="ko-KR" altLang="en-US" dirty="0"/>
              <a:t> </a:t>
            </a:r>
            <a:r>
              <a:rPr lang="en-US" altLang="ko-KR" dirty="0"/>
              <a:t>Dao</a:t>
            </a:r>
          </a:p>
          <a:p>
            <a:r>
              <a:rPr lang="en-US" altLang="ko-KR" dirty="0"/>
              <a:t>@Service</a:t>
            </a:r>
          </a:p>
          <a:p>
            <a:r>
              <a:rPr lang="en-US" altLang="ko-KR" dirty="0"/>
              <a:t>Public class </a:t>
            </a:r>
            <a:r>
              <a:rPr lang="ko-KR" altLang="en-US" dirty="0" err="1"/>
              <a:t>서비스클래스명</a:t>
            </a:r>
            <a:r>
              <a:rPr lang="ko-KR" altLang="en-US" dirty="0"/>
              <a:t> </a:t>
            </a:r>
            <a:r>
              <a:rPr lang="en-US" altLang="ko-KR" dirty="0"/>
              <a:t>{</a:t>
            </a:r>
          </a:p>
          <a:p>
            <a:r>
              <a:rPr lang="en-US" altLang="ko-KR" dirty="0"/>
              <a:t>  @Autowired</a:t>
            </a:r>
          </a:p>
          <a:p>
            <a:r>
              <a:rPr lang="en-US" altLang="ko-KR" dirty="0"/>
              <a:t>  private </a:t>
            </a:r>
            <a:r>
              <a:rPr lang="en-US" altLang="ko-KR" dirty="0" err="1"/>
              <a:t>MybatisMapper</a:t>
            </a:r>
            <a:r>
              <a:rPr lang="en-US" altLang="ko-KR" dirty="0"/>
              <a:t> mapper;</a:t>
            </a:r>
          </a:p>
          <a:p>
            <a:endParaRPr lang="en-US" altLang="ko-KR" dirty="0"/>
          </a:p>
          <a:p>
            <a:r>
              <a:rPr lang="en-US" altLang="ko-KR" dirty="0"/>
              <a:t>  public Contact view(Long id) {</a:t>
            </a:r>
          </a:p>
          <a:p>
            <a:r>
              <a:rPr lang="en-US" altLang="ko-KR" dirty="0"/>
              <a:t>      Contact res = </a:t>
            </a:r>
            <a:r>
              <a:rPr lang="en-US" altLang="ko-KR" dirty="0" err="1"/>
              <a:t>mapper.view</a:t>
            </a:r>
            <a:r>
              <a:rPr lang="en-US" altLang="ko-KR" dirty="0"/>
              <a:t>(id);</a:t>
            </a:r>
          </a:p>
          <a:p>
            <a:r>
              <a:rPr lang="en-US" altLang="ko-KR" dirty="0"/>
              <a:t>  }</a:t>
            </a:r>
          </a:p>
          <a:p>
            <a:r>
              <a:rPr lang="en-US" altLang="ko-KR" dirty="0"/>
              <a:t>}</a:t>
            </a:r>
            <a:br>
              <a:rPr lang="en-US" altLang="ko-KR" dirty="0"/>
            </a:br>
            <a:endParaRPr lang="ko-KR" altLang="en-US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AAD589A3-CC6D-48A7-8F0C-5C6AFC6092B8}"/>
              </a:ext>
            </a:extLst>
          </p:cNvPr>
          <p:cNvCxnSpPr/>
          <p:nvPr/>
        </p:nvCxnSpPr>
        <p:spPr>
          <a:xfrm flipH="1">
            <a:off x="1862356" y="327171"/>
            <a:ext cx="2978092" cy="8221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F87CB42-6E91-45B1-BED4-E36E8A7645B7}"/>
              </a:ext>
            </a:extLst>
          </p:cNvPr>
          <p:cNvCxnSpPr/>
          <p:nvPr/>
        </p:nvCxnSpPr>
        <p:spPr>
          <a:xfrm flipH="1">
            <a:off x="3682767" y="880844"/>
            <a:ext cx="1308683" cy="13002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7CADC77-B885-4B8D-A9B1-A76E07367E6F}"/>
              </a:ext>
            </a:extLst>
          </p:cNvPr>
          <p:cNvSpPr txBox="1"/>
          <p:nvPr/>
        </p:nvSpPr>
        <p:spPr>
          <a:xfrm>
            <a:off x="276835" y="3758108"/>
            <a:ext cx="378623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@Mapper</a:t>
            </a:r>
          </a:p>
          <a:p>
            <a:r>
              <a:rPr lang="en-US" altLang="ko-KR" dirty="0"/>
              <a:t>Public interface </a:t>
            </a:r>
            <a:r>
              <a:rPr lang="en-US" altLang="ko-KR" dirty="0" err="1"/>
              <a:t>MybatisMapper</a:t>
            </a:r>
            <a:r>
              <a:rPr lang="en-US" altLang="ko-KR" dirty="0"/>
              <a:t> {</a:t>
            </a:r>
          </a:p>
          <a:p>
            <a:r>
              <a:rPr lang="en-US" altLang="ko-KR" dirty="0"/>
              <a:t>  public Contact </a:t>
            </a:r>
            <a:r>
              <a:rPr lang="en-US" altLang="ko-KR" dirty="0" err="1"/>
              <a:t>selectOne</a:t>
            </a:r>
            <a:r>
              <a:rPr lang="en-US" altLang="ko-KR" dirty="0"/>
              <a:t>(Long id);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910729-25E1-4EA3-855A-B955C6D02A86}"/>
              </a:ext>
            </a:extLst>
          </p:cNvPr>
          <p:cNvSpPr txBox="1"/>
          <p:nvPr/>
        </p:nvSpPr>
        <p:spPr>
          <a:xfrm>
            <a:off x="4676863" y="2962449"/>
            <a:ext cx="7675927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 err="1"/>
              <a:t>Mybatis</a:t>
            </a:r>
            <a:r>
              <a:rPr lang="en-US" altLang="ko-KR" dirty="0"/>
              <a:t> </a:t>
            </a:r>
            <a:r>
              <a:rPr lang="ko-KR" altLang="en-US" dirty="0"/>
              <a:t>쿼리문장 파일</a:t>
            </a:r>
            <a:endParaRPr lang="en-US" altLang="ko-KR" dirty="0"/>
          </a:p>
          <a:p>
            <a:r>
              <a:rPr lang="en-US" altLang="ko-KR" dirty="0"/>
              <a:t>&lt;mapper namespace=“</a:t>
            </a:r>
            <a:r>
              <a:rPr lang="ko-KR" altLang="en-US" dirty="0"/>
              <a:t>패키지명</a:t>
            </a:r>
            <a:r>
              <a:rPr lang="en-US" altLang="ko-KR" dirty="0"/>
              <a:t>.</a:t>
            </a:r>
            <a:r>
              <a:rPr lang="en-US" altLang="ko-KR" dirty="0" err="1"/>
              <a:t>a.b.MybatisMapper</a:t>
            </a:r>
            <a:r>
              <a:rPr lang="en-US" altLang="ko-KR" dirty="0"/>
              <a:t>”&gt;</a:t>
            </a:r>
          </a:p>
          <a:p>
            <a:r>
              <a:rPr lang="en-US" altLang="ko-KR" dirty="0"/>
              <a:t>  &lt;select id=“</a:t>
            </a:r>
            <a:r>
              <a:rPr lang="en-US" altLang="ko-KR" dirty="0" err="1"/>
              <a:t>selectOne</a:t>
            </a:r>
            <a:r>
              <a:rPr lang="en-US" altLang="ko-KR" dirty="0"/>
              <a:t>” </a:t>
            </a:r>
            <a:r>
              <a:rPr lang="en-US" altLang="ko-KR" dirty="0" err="1"/>
              <a:t>resultType</a:t>
            </a:r>
            <a:r>
              <a:rPr lang="en-US" altLang="ko-KR" dirty="0"/>
              <a:t>=“Contact” </a:t>
            </a:r>
            <a:r>
              <a:rPr lang="en-US" altLang="ko-KR" dirty="0" err="1"/>
              <a:t>parameterType</a:t>
            </a:r>
            <a:r>
              <a:rPr lang="en-US" altLang="ko-KR" dirty="0"/>
              <a:t>=“Long”&gt;</a:t>
            </a:r>
          </a:p>
          <a:p>
            <a:r>
              <a:rPr lang="en-US" altLang="ko-KR" dirty="0"/>
              <a:t>    SELECT </a:t>
            </a:r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FROM </a:t>
            </a:r>
            <a:r>
              <a:rPr lang="ko-KR" altLang="en-US" dirty="0"/>
              <a:t>테이블 </a:t>
            </a:r>
            <a:r>
              <a:rPr lang="en-US" altLang="ko-KR" dirty="0"/>
              <a:t>WHERE id = #{id}</a:t>
            </a:r>
          </a:p>
          <a:p>
            <a:r>
              <a:rPr lang="en-US" altLang="ko-KR" dirty="0"/>
              <a:t>  &lt;/select&gt;</a:t>
            </a:r>
          </a:p>
          <a:p>
            <a:r>
              <a:rPr lang="en-US" altLang="ko-KR" dirty="0"/>
              <a:t>&lt;/mapper&gt;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0D1F310-3A64-45E3-911B-F5137201C2E2}"/>
              </a:ext>
            </a:extLst>
          </p:cNvPr>
          <p:cNvCxnSpPr>
            <a:cxnSpLocks/>
          </p:cNvCxnSpPr>
          <p:nvPr/>
        </p:nvCxnSpPr>
        <p:spPr>
          <a:xfrm flipH="1">
            <a:off x="3682768" y="3429000"/>
            <a:ext cx="3539126" cy="8074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9411302-6345-473B-9ED9-11C569DDEADD}"/>
              </a:ext>
            </a:extLst>
          </p:cNvPr>
          <p:cNvSpPr txBox="1"/>
          <p:nvPr/>
        </p:nvSpPr>
        <p:spPr>
          <a:xfrm>
            <a:off x="7743038" y="5235436"/>
            <a:ext cx="3026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Contact </a:t>
            </a:r>
            <a:r>
              <a:rPr lang="ko-KR" altLang="en-US" dirty="0"/>
              <a:t>클래스에</a:t>
            </a:r>
            <a:br>
              <a:rPr lang="en-US" altLang="ko-KR" dirty="0"/>
            </a:br>
            <a:r>
              <a:rPr lang="en-US" altLang="ko-KR" dirty="0"/>
              <a:t>id, name, email, .. </a:t>
            </a:r>
            <a:r>
              <a:rPr lang="ko-KR" altLang="en-US" dirty="0"/>
              <a:t>멤버변수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2FE3E3-791C-4B03-AD91-9236865D4371}"/>
              </a:ext>
            </a:extLst>
          </p:cNvPr>
          <p:cNvSpPr txBox="1"/>
          <p:nvPr/>
        </p:nvSpPr>
        <p:spPr>
          <a:xfrm>
            <a:off x="4878075" y="5199944"/>
            <a:ext cx="26676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SELECT </a:t>
            </a:r>
            <a:r>
              <a:rPr lang="ko-KR" altLang="en-US" dirty="0" err="1"/>
              <a:t>튜플</a:t>
            </a:r>
            <a:br>
              <a:rPr lang="en-US" altLang="ko-KR" dirty="0"/>
            </a:br>
            <a:r>
              <a:rPr lang="en-US" altLang="ko-KR" dirty="0"/>
              <a:t>id, name, email, </a:t>
            </a:r>
            <a:r>
              <a:rPr lang="en-US" altLang="ko-KR" dirty="0" err="1"/>
              <a:t>addr</a:t>
            </a:r>
            <a:r>
              <a:rPr lang="en-US" altLang="ko-KR" dirty="0"/>
              <a:t>, ...</a:t>
            </a:r>
            <a:endParaRPr lang="ko-KR" altLang="en-US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6C20A4B-C4C4-4282-B3E6-461CB4E78D14}"/>
              </a:ext>
            </a:extLst>
          </p:cNvPr>
          <p:cNvCxnSpPr/>
          <p:nvPr/>
        </p:nvCxnSpPr>
        <p:spPr>
          <a:xfrm>
            <a:off x="7331978" y="5629013"/>
            <a:ext cx="545284" cy="58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7C92AB85-5ED5-471E-BC24-D1C69EADF9AB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68708" y="4019072"/>
            <a:ext cx="4427292" cy="697703"/>
          </a:xfrm>
          <a:prstGeom prst="bentConnector3">
            <a:avLst>
              <a:gd name="adj1" fmla="val -592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838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369</Words>
  <Application>Microsoft Office PowerPoint</Application>
  <PresentationFormat>와이드스크린</PresentationFormat>
  <Paragraphs>57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공-813-001</dc:creator>
  <cp:lastModifiedBy>공-813-001</cp:lastModifiedBy>
  <cp:revision>4</cp:revision>
  <dcterms:created xsi:type="dcterms:W3CDTF">2025-07-17T01:29:51Z</dcterms:created>
  <dcterms:modified xsi:type="dcterms:W3CDTF">2025-07-17T01:50:26Z</dcterms:modified>
</cp:coreProperties>
</file>