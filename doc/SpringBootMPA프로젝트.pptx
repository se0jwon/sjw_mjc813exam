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8" r:id="rId9"/>
    <p:sldId id="265" r:id="rId10"/>
    <p:sldId id="266" r:id="rId11"/>
    <p:sldId id="267" r:id="rId12"/>
    <p:sldId id="261" r:id="rId13"/>
    <p:sldId id="262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A5607-EEFF-4B22-88F0-67B9D5F0F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4F4907-4E24-45AF-8FA4-1111FBA3C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6400E-A100-4A4C-A33A-5E85ED0F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F8DA6-D63C-499A-8E9F-5DF6FE54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7A620-1EBF-48A7-9C9E-0EEE1880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66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BC1B6-CC59-4F15-8D6E-0EAA2609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300BC-58C2-4512-8797-3390C6A29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5138F-77D7-46A5-B666-BA4D23DD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3D6AF-AF16-4F4F-A5DE-9CF52C75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ACC19-3F5D-4DD4-8013-CFA2A548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AD577-3082-4767-AE72-AD5EA5EB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F206F-BB82-420B-A5D8-28471DD14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271158-66B3-4732-9C52-FC98AF96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73AF80-D791-4266-BF63-E6262D85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0FB3D5-4FAF-472F-905D-A081B460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93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EA3DC-0AD8-4228-B669-2CE13EEC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AB758-32B8-4DA6-9BBF-9981E485C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AAAD9F-3FE2-4069-97C0-EC469C25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E05EB7-A8D4-407A-8808-9C373D6E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ADEF8A-E059-4379-82DE-CA3DB1B9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CC6299-747D-4F26-9783-24020681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62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D8165-729F-49E5-B591-5BB8A1DC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8257CC-5C87-4C77-91D7-B209BBBA0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B3D950-04FA-4836-A266-44087F323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2431D3-A228-44C8-BBE3-F20B19A76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720081-F5EE-4402-BDAF-7F4BCEDE6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23DB14-FC26-4B71-AEA3-4FB8E975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37EBEF-C83C-41BD-B5D3-D8985FFC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8AFF4B-3D4A-4236-B1F2-EB14A7B0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27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A0409-A637-49CA-91B7-3BA5F8D6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353F41-00E0-4827-A73D-C2DA9F9F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7DE6CA-5842-4DAE-A7F1-88BC89B7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377F1E-E93B-4C07-B741-619EEDC9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41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93CB1D-56C9-4FCC-913B-95F1C67F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82A6B3-424F-44EF-8B05-F56FA1E3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AC515-039F-4B4E-90D5-09992DE4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80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B47B0-336D-408F-B72D-B5C71D0F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D45EB-4214-477C-AB2C-32F6A24C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36EEE1-8690-4988-BD07-ACEC3C882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4C0B12-90AB-44FE-A0A1-45BA0417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2F08B-15A9-4C71-8C38-E707D869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698A09-7D99-4B28-86B6-FFB68164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8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29B3E-3DA0-4083-AAE6-95746CB8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D55772-18DC-4345-8A53-18EEB2B0F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B59D04-78BF-49D0-B603-8683B0A68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2C6349-FEA6-4CB4-AC93-BFBAC342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C3EA99-3EDE-4E6E-9B54-7418CC92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77B486-8FD0-4A24-A489-A0DE1781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44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01A80-2C27-459E-802F-A8AE02EBB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524472-23FD-4B3A-8EA3-76E04F834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B2548F-7892-41F7-B079-1B40BBE2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06536-B1B3-4199-BC27-D279E097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5D964-C967-4CD8-87AF-C16AB32B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51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84B8B4-3C97-4F2A-AB3B-3ED94A866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2A8AF6-6C1B-4F58-BCAE-01FFF0E2F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E1AFD9-2DE4-4175-B01B-6EB06B2F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80B8E-9A2C-437F-87E4-19AA69BB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48586-5760-41CD-9AD8-CDA3DFF0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31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F95E92-E845-4F01-B726-A5A97CF9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B8359-0CDF-4E3E-8F13-F0A9604C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E8291-3DD0-4C94-A297-BDC058F9B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95C80-BE42-4C50-A7E9-1C491458F36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13D4D-D64E-43BD-A02B-D403B48BA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55265-0B22-4C68-B090-4B00D2AEE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84A6A-5F46-4F21-8CB8-AF07DD0E1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6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ustache.github.io/mustache.5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E2E40-B768-4CFA-A99F-0B8CB8960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WEB</a:t>
            </a:r>
            <a:r>
              <a:rPr lang="ko-KR" altLang="en-US" dirty="0"/>
              <a:t> 서버 </a:t>
            </a:r>
            <a:r>
              <a:rPr lang="en-US" altLang="ko-KR" dirty="0" err="1"/>
              <a:t>SpringBoot</a:t>
            </a:r>
            <a:br>
              <a:rPr lang="en-US" altLang="ko-KR" dirty="0"/>
            </a:br>
            <a:r>
              <a:rPr lang="en-US" altLang="ko-KR" dirty="0"/>
              <a:t>MPA </a:t>
            </a:r>
            <a:r>
              <a:rPr lang="ko-KR" altLang="en-US" dirty="0"/>
              <a:t>화면 </a:t>
            </a:r>
            <a:r>
              <a:rPr lang="en-US" altLang="ko-KR" dirty="0"/>
              <a:t>CRUD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DF070F-CD6A-44C8-944B-A75DD850F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Tx/>
              <a:buChar char="-"/>
            </a:pPr>
            <a:r>
              <a:rPr lang="en-US" altLang="ko-KR" dirty="0" err="1"/>
              <a:t>Mybatis</a:t>
            </a:r>
            <a:r>
              <a:rPr lang="en-US" altLang="ko-KR" dirty="0"/>
              <a:t>, MySQL</a:t>
            </a:r>
          </a:p>
          <a:p>
            <a:pPr marL="342900" indent="-342900">
              <a:buFontTx/>
              <a:buChar char="-"/>
            </a:pPr>
            <a:r>
              <a:rPr lang="en-US" altLang="ko-KR" dirty="0"/>
              <a:t>MPA </a:t>
            </a:r>
            <a:r>
              <a:rPr lang="ko-KR" altLang="en-US" dirty="0"/>
              <a:t>화면 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)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각각 존재</a:t>
            </a:r>
            <a:endParaRPr lang="en-US" altLang="ko-KR" dirty="0"/>
          </a:p>
          <a:p>
            <a:pPr marL="342900" indent="-342900">
              <a:buFontTx/>
              <a:buChar char="-"/>
            </a:pPr>
            <a:r>
              <a:rPr lang="en-US" altLang="ko-KR" dirty="0"/>
              <a:t>GET, POST </a:t>
            </a:r>
            <a:r>
              <a:rPr lang="ko-KR" altLang="en-US" dirty="0"/>
              <a:t>메소드를 이용</a:t>
            </a:r>
            <a:endParaRPr lang="en-US" altLang="ko-KR" dirty="0"/>
          </a:p>
          <a:p>
            <a:pPr marL="342900" indent="-342900">
              <a:buFontTx/>
              <a:buChar char="-"/>
            </a:pPr>
            <a:r>
              <a:rPr lang="en-US" altLang="ko-KR" dirty="0" err="1"/>
              <a:t>mpacrud</a:t>
            </a:r>
            <a:r>
              <a:rPr lang="en-US" altLang="ko-KR" dirty="0"/>
              <a:t> </a:t>
            </a:r>
            <a:r>
              <a:rPr lang="ko-KR" altLang="en-US" dirty="0"/>
              <a:t>프로젝트 참고</a:t>
            </a:r>
            <a:endParaRPr lang="en-US" altLang="ko-KR" dirty="0"/>
          </a:p>
          <a:p>
            <a:pPr marL="342900" indent="-342900">
              <a:buFontTx/>
              <a:buChar char="-"/>
            </a:pPr>
            <a:r>
              <a:rPr lang="en-US" altLang="ko-KR" dirty="0"/>
              <a:t>(https://github.com/sincerus7mjc813/mjc813/tree/main/mpacrud)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59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FBEEC-BAD9-416C-B5B2-23AAE1D0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 Web Application </a:t>
            </a:r>
            <a:r>
              <a:rPr lang="en-US" altLang="ko-KR" dirty="0" err="1"/>
              <a:t>Prj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15241-D4B6-4540-BAD2-FCF5DE3E9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Dependencies</a:t>
            </a:r>
          </a:p>
          <a:p>
            <a:pPr lvl="1"/>
            <a:r>
              <a:rPr lang="en-US" altLang="ko-KR" dirty="0"/>
              <a:t>Spring Boot Dev Tools</a:t>
            </a:r>
          </a:p>
          <a:p>
            <a:pPr lvl="1"/>
            <a:r>
              <a:rPr lang="en-US" altLang="ko-KR" dirty="0"/>
              <a:t>Lombok</a:t>
            </a:r>
          </a:p>
          <a:p>
            <a:pPr lvl="1"/>
            <a:r>
              <a:rPr lang="en-US" altLang="ko-KR" dirty="0"/>
              <a:t>Spring Configuration Processor</a:t>
            </a:r>
          </a:p>
          <a:p>
            <a:pPr lvl="1"/>
            <a:r>
              <a:rPr lang="en-US" altLang="ko-KR" dirty="0"/>
              <a:t>Spring Web</a:t>
            </a:r>
          </a:p>
          <a:p>
            <a:pPr lvl="1"/>
            <a:r>
              <a:rPr lang="en-US" altLang="ko-KR" dirty="0"/>
              <a:t>Mustache</a:t>
            </a:r>
          </a:p>
          <a:p>
            <a:pPr lvl="1"/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en-US" altLang="ko-KR" dirty="0" err="1"/>
              <a:t>Framwork</a:t>
            </a:r>
            <a:endParaRPr lang="en-US" altLang="ko-KR" dirty="0"/>
          </a:p>
          <a:p>
            <a:pPr lvl="1"/>
            <a:r>
              <a:rPr lang="en-US" altLang="ko-KR" dirty="0"/>
              <a:t>MySQL Driver</a:t>
            </a:r>
          </a:p>
          <a:p>
            <a:pPr lvl="1"/>
            <a:r>
              <a:rPr lang="en-US" altLang="ko-KR" dirty="0"/>
              <a:t>Validation</a:t>
            </a:r>
          </a:p>
          <a:p>
            <a:r>
              <a:rPr lang="en-US" altLang="ko-KR" sz="2400" dirty="0"/>
              <a:t>group/artifact, </a:t>
            </a:r>
            <a:r>
              <a:rPr lang="en-US" altLang="ko-KR" sz="2400" dirty="0" err="1"/>
              <a:t>mybatis</a:t>
            </a:r>
            <a:r>
              <a:rPr lang="en-US" altLang="ko-KR" sz="2400" dirty="0"/>
              <a:t> </a:t>
            </a:r>
            <a:r>
              <a:rPr lang="ko-KR" altLang="en-US" sz="2400" dirty="0"/>
              <a:t>가능한 버전사용</a:t>
            </a:r>
            <a:r>
              <a:rPr lang="en-US" altLang="ko-KR" sz="2400" dirty="0"/>
              <a:t>, git </a:t>
            </a:r>
            <a:r>
              <a:rPr lang="ko-KR" altLang="en-US" sz="2400" dirty="0" err="1"/>
              <a:t>로컬리포지토리에</a:t>
            </a:r>
            <a:r>
              <a:rPr lang="ko-KR" altLang="en-US" sz="2400" dirty="0"/>
              <a:t> </a:t>
            </a:r>
            <a:r>
              <a:rPr lang="en-US" altLang="ko-KR" sz="2400" dirty="0" err="1"/>
              <a:t>Prj</a:t>
            </a:r>
            <a:r>
              <a:rPr lang="en-US" altLang="ko-KR" sz="2400" dirty="0"/>
              <a:t> </a:t>
            </a:r>
            <a:r>
              <a:rPr lang="ko-KR" altLang="en-US" sz="2400" dirty="0"/>
              <a:t>생성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5999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B7AE2-01B8-4A54-97AF-B959382C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DataBase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D09E75-76C8-4F68-95F1-2C324242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 </a:t>
            </a:r>
            <a:r>
              <a:rPr lang="ko-KR" altLang="en-US" dirty="0"/>
              <a:t>에 </a:t>
            </a:r>
            <a:r>
              <a:rPr lang="en-US" altLang="ko-KR" dirty="0" err="1"/>
              <a:t>DataBase</a:t>
            </a:r>
            <a:r>
              <a:rPr lang="en-US" altLang="ko-KR" dirty="0"/>
              <a:t> </a:t>
            </a:r>
            <a:r>
              <a:rPr lang="ko-KR" altLang="en-US" dirty="0"/>
              <a:t>와 접속할 </a:t>
            </a:r>
            <a:r>
              <a:rPr lang="en-US" altLang="ko-KR" dirty="0" err="1"/>
              <a:t>mysql</a:t>
            </a:r>
            <a:r>
              <a:rPr lang="en-US" altLang="ko-KR" dirty="0"/>
              <a:t> </a:t>
            </a:r>
            <a:r>
              <a:rPr lang="ko-KR" altLang="en-US" dirty="0"/>
              <a:t>사용자를 생성해야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sz="1800" dirty="0"/>
              <a:t>CREATE DATABASE &lt;</a:t>
            </a:r>
            <a:r>
              <a:rPr lang="ko-KR" altLang="en-US" sz="1800" dirty="0" err="1"/>
              <a:t>만들데이터베이스이름</a:t>
            </a:r>
            <a:r>
              <a:rPr lang="en-US" altLang="ko-KR" sz="1800" dirty="0"/>
              <a:t>&gt; CHARACTER SET utf8mb4 COLLATE utf8mb4_general_ci;</a:t>
            </a:r>
          </a:p>
          <a:p>
            <a:pPr lvl="1"/>
            <a:r>
              <a:rPr lang="en-US" altLang="ko-KR" sz="1800" dirty="0"/>
              <a:t>CREATE USER ＇&lt;</a:t>
            </a:r>
            <a:r>
              <a:rPr lang="ko-KR" altLang="en-US" sz="1800" dirty="0" err="1"/>
              <a:t>만들사용자계정명</a:t>
            </a:r>
            <a:r>
              <a:rPr lang="en-US" altLang="ko-KR" sz="1800" dirty="0"/>
              <a:t>&gt;＇@＇%＇ IDENTIFIED BY ＇&lt;</a:t>
            </a:r>
            <a:r>
              <a:rPr lang="ko-KR" altLang="en-US" sz="1800" dirty="0" err="1"/>
              <a:t>만들사용자암호</a:t>
            </a:r>
            <a:r>
              <a:rPr lang="en-US" altLang="ko-KR" sz="1800" dirty="0"/>
              <a:t>&gt;＇;</a:t>
            </a:r>
          </a:p>
          <a:p>
            <a:pPr lvl="1"/>
            <a:r>
              <a:rPr lang="en-US" altLang="ko-KR" sz="1800" dirty="0"/>
              <a:t>GRANT ALL PRIVILEGES ON &lt;</a:t>
            </a:r>
            <a:r>
              <a:rPr lang="ko-KR" altLang="en-US" sz="1800" dirty="0"/>
              <a:t>데이터베이스이름</a:t>
            </a:r>
            <a:r>
              <a:rPr lang="en-US" altLang="ko-KR" sz="1800" dirty="0"/>
              <a:t>&gt;.* TO ＇&lt;</a:t>
            </a:r>
            <a:r>
              <a:rPr lang="ko-KR" altLang="en-US" sz="1800" dirty="0"/>
              <a:t>사용자계정명</a:t>
            </a:r>
            <a:r>
              <a:rPr lang="en-US" altLang="ko-KR" sz="1800" dirty="0"/>
              <a:t>&gt;＇@＇%＇ WITH GRANT OPTION;</a:t>
            </a:r>
          </a:p>
          <a:p>
            <a:pPr lvl="1"/>
            <a:r>
              <a:rPr lang="en-US" altLang="ko-KR" sz="1800" dirty="0"/>
              <a:t>FLUSH PRIVILEGES;</a:t>
            </a:r>
          </a:p>
          <a:p>
            <a:r>
              <a:rPr lang="en-US" altLang="ko-KR" sz="2200" dirty="0"/>
              <a:t>CRUD </a:t>
            </a:r>
            <a:r>
              <a:rPr lang="ko-KR" altLang="en-US" sz="2200" dirty="0"/>
              <a:t>를 실행할 </a:t>
            </a:r>
            <a:r>
              <a:rPr lang="en-US" altLang="ko-KR" sz="2200" dirty="0"/>
              <a:t>table </a:t>
            </a:r>
            <a:r>
              <a:rPr lang="ko-KR" altLang="en-US" sz="2200" dirty="0"/>
              <a:t>을 생성해야 한다</a:t>
            </a:r>
            <a:r>
              <a:rPr lang="en-US" altLang="ko-KR" sz="2200" dirty="0"/>
              <a:t>.</a:t>
            </a:r>
          </a:p>
          <a:p>
            <a:pPr lvl="1"/>
            <a:r>
              <a:rPr lang="en-US" altLang="ko-KR" sz="1800" dirty="0"/>
              <a:t>CREATE TABLE </a:t>
            </a:r>
            <a:r>
              <a:rPr lang="en-US" altLang="ko-KR" sz="1800" dirty="0" err="1"/>
              <a:t>coffee_tbl</a:t>
            </a:r>
            <a:r>
              <a:rPr lang="ko-KR" altLang="en-US" sz="1800" dirty="0"/>
              <a:t> </a:t>
            </a:r>
            <a:r>
              <a:rPr lang="en-US" altLang="ko-KR" sz="1800" dirty="0"/>
              <a:t>(</a:t>
            </a:r>
            <a:r>
              <a:rPr lang="ko-KR" altLang="en-US" sz="1800" dirty="0"/>
              <a:t>컬럼 상세</a:t>
            </a:r>
            <a:r>
              <a:rPr lang="en-US" altLang="ko-KR" sz="1800" dirty="0"/>
              <a:t>,….);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3955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3551A-4E8B-41BB-ADAF-64913F10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en-US" altLang="ko-KR" dirty="0"/>
              <a:t> </a:t>
            </a:r>
            <a:r>
              <a:rPr lang="en-US" altLang="ko-KR" dirty="0" err="1"/>
              <a:t>application.yml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64FA4-E729-491E-AF7A-00DC8143E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스프링부트의</a:t>
            </a:r>
            <a:r>
              <a:rPr lang="ko-KR" altLang="en-US" dirty="0"/>
              <a:t> 각종 설정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D6CD2-1395-49BF-887F-D163A6E00577}"/>
              </a:ext>
            </a:extLst>
          </p:cNvPr>
          <p:cNvSpPr txBox="1"/>
          <p:nvPr/>
        </p:nvSpPr>
        <p:spPr>
          <a:xfrm>
            <a:off x="1171294" y="2305152"/>
            <a:ext cx="985326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spring:</a:t>
            </a:r>
          </a:p>
          <a:p>
            <a:r>
              <a:rPr lang="en-US" altLang="ko-KR" sz="1100" dirty="0"/>
              <a:t>  application:</a:t>
            </a:r>
          </a:p>
          <a:p>
            <a:r>
              <a:rPr lang="en-US" altLang="ko-KR" sz="1100" dirty="0"/>
              <a:t>    name: </a:t>
            </a:r>
            <a:r>
              <a:rPr lang="en-US" altLang="ko-KR" sz="1100" dirty="0" err="1"/>
              <a:t>contact_web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datasource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    driver-class-name: net.sf.log4jdbc.sql.jdbcapi.DriverSpy</a:t>
            </a:r>
          </a:p>
          <a:p>
            <a:r>
              <a:rPr lang="en-US" altLang="ko-KR" sz="1100" dirty="0"/>
              <a:t>    username: </a:t>
            </a:r>
            <a:r>
              <a:rPr lang="en-US" altLang="ko-KR" sz="1100" dirty="0" err="1"/>
              <a:t>mysql</a:t>
            </a:r>
            <a:r>
              <a:rPr lang="ko-KR" altLang="en-US" sz="1100" dirty="0"/>
              <a:t>사용자계정</a:t>
            </a:r>
            <a:endParaRPr lang="en-US" altLang="ko-KR" sz="1100" dirty="0"/>
          </a:p>
          <a:p>
            <a:r>
              <a:rPr lang="en-US" altLang="ko-KR" sz="1100" dirty="0"/>
              <a:t>    password: </a:t>
            </a:r>
            <a:r>
              <a:rPr lang="en-US" altLang="ko-KR" sz="1100" dirty="0" err="1"/>
              <a:t>mysql</a:t>
            </a:r>
            <a:r>
              <a:rPr lang="ko-KR" altLang="en-US" sz="1100" dirty="0"/>
              <a:t>사용자암호</a:t>
            </a:r>
            <a:endParaRPr lang="en-US" altLang="ko-KR" sz="1100" dirty="0"/>
          </a:p>
          <a:p>
            <a:r>
              <a:rPr lang="en-US" altLang="ko-KR" sz="1100" dirty="0"/>
              <a:t>    url: jdbc:log4jdbc:mysql://localhost:3306/</a:t>
            </a:r>
            <a:r>
              <a:rPr lang="ko-KR" altLang="en-US" sz="1100" dirty="0" err="1"/>
              <a:t>접속할유</a:t>
            </a:r>
            <a:r>
              <a:rPr lang="en-US" altLang="ko-KR" sz="1100" dirty="0"/>
              <a:t>?</a:t>
            </a:r>
            <a:r>
              <a:rPr lang="en-US" altLang="ko-KR" sz="1100" dirty="0" err="1"/>
              <a:t>serverTimezone</a:t>
            </a:r>
            <a:r>
              <a:rPr lang="en-US" altLang="ko-KR" sz="1100" dirty="0"/>
              <a:t>=Asia/</a:t>
            </a:r>
            <a:r>
              <a:rPr lang="en-US" altLang="ko-KR" sz="1100" dirty="0" err="1"/>
              <a:t>Seoul&amp;characterEncoding</a:t>
            </a:r>
            <a:r>
              <a:rPr lang="en-US" altLang="ko-KR" sz="1100" dirty="0"/>
              <a:t>=UTF-8</a:t>
            </a:r>
          </a:p>
          <a:p>
            <a:r>
              <a:rPr lang="en-US" altLang="ko-KR" sz="1100" dirty="0"/>
              <a:t> mustache:</a:t>
            </a:r>
          </a:p>
          <a:p>
            <a:r>
              <a:rPr lang="en-US" altLang="ko-KR" sz="1100" dirty="0"/>
              <a:t>    suffix: .html</a:t>
            </a:r>
          </a:p>
          <a:p>
            <a:r>
              <a:rPr lang="en-US" altLang="ko-KR" sz="1100" dirty="0"/>
              <a:t>    enabled: true</a:t>
            </a:r>
          </a:p>
          <a:p>
            <a:r>
              <a:rPr lang="en-US" altLang="ko-KR" sz="1100" dirty="0"/>
              <a:t>    charset: UTF-8</a:t>
            </a:r>
          </a:p>
          <a:p>
            <a:endParaRPr lang="en-US" altLang="ko-KR" sz="1100" dirty="0"/>
          </a:p>
          <a:p>
            <a:r>
              <a:rPr lang="en-US" altLang="ko-KR" sz="1100" dirty="0"/>
              <a:t>Server:</a:t>
            </a:r>
          </a:p>
          <a:p>
            <a:r>
              <a:rPr lang="en-US" altLang="ko-KR" sz="1100" dirty="0"/>
              <a:t>  port: </a:t>
            </a:r>
            <a:r>
              <a:rPr lang="ko-KR" altLang="en-US" sz="1100" dirty="0"/>
              <a:t>포트번호</a:t>
            </a:r>
            <a:endParaRPr lang="en-US" altLang="ko-KR" sz="1100" dirty="0"/>
          </a:p>
          <a:p>
            <a:r>
              <a:rPr lang="en-US" altLang="ko-KR" sz="1100" dirty="0"/>
              <a:t>  servlet:</a:t>
            </a:r>
          </a:p>
          <a:p>
            <a:r>
              <a:rPr lang="en-US" altLang="ko-KR" sz="1100" dirty="0"/>
              <a:t>    encoding:</a:t>
            </a:r>
          </a:p>
          <a:p>
            <a:r>
              <a:rPr lang="en-US" altLang="ko-KR" sz="1100" dirty="0"/>
              <a:t>      charset: UTF-8</a:t>
            </a:r>
          </a:p>
          <a:p>
            <a:r>
              <a:rPr lang="en-US" altLang="ko-KR" sz="1100" dirty="0"/>
              <a:t>      enabled: true</a:t>
            </a:r>
          </a:p>
          <a:p>
            <a:r>
              <a:rPr lang="en-US" altLang="ko-KR" sz="1100" dirty="0"/>
              <a:t>      force: true</a:t>
            </a:r>
          </a:p>
          <a:p>
            <a:endParaRPr lang="en-US" altLang="ko-KR" sz="1100" dirty="0"/>
          </a:p>
          <a:p>
            <a:r>
              <a:rPr lang="en-US" altLang="ko-KR" sz="1100" dirty="0" err="1"/>
              <a:t>mybatis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  mapper-locations: </a:t>
            </a:r>
            <a:r>
              <a:rPr lang="en-US" altLang="ko-KR" sz="1100" dirty="0" err="1"/>
              <a:t>classpath:mapper</a:t>
            </a:r>
            <a:r>
              <a:rPr lang="en-US" altLang="ko-KR" sz="1100" dirty="0"/>
              <a:t>/**/*.xml</a:t>
            </a:r>
          </a:p>
          <a:p>
            <a:r>
              <a:rPr lang="en-US" altLang="ko-KR" sz="1100" dirty="0"/>
              <a:t>  configuration:</a:t>
            </a:r>
          </a:p>
          <a:p>
            <a:r>
              <a:rPr lang="en-US" altLang="ko-KR" sz="1100" dirty="0"/>
              <a:t>    map-underscore-to-camel-case: true</a:t>
            </a:r>
          </a:p>
          <a:p>
            <a:r>
              <a:rPr lang="en-US" altLang="ko-KR" sz="1100" dirty="0"/>
              <a:t>  type-aliases-package: </a:t>
            </a:r>
            <a:r>
              <a:rPr lang="ko-KR" altLang="en-US" sz="1100" dirty="0"/>
              <a:t>프로젝트의 </a:t>
            </a:r>
            <a:r>
              <a:rPr lang="en-US" altLang="ko-KR" sz="1100" dirty="0" err="1"/>
              <a:t>group.artifact</a:t>
            </a:r>
            <a:r>
              <a:rPr lang="en-US" altLang="ko-KR" sz="1100" dirty="0"/>
              <a:t> </a:t>
            </a:r>
            <a:r>
              <a:rPr lang="ko-KR" altLang="en-US" sz="1100" dirty="0"/>
              <a:t>로 구성된 패키지명</a:t>
            </a:r>
          </a:p>
        </p:txBody>
      </p:sp>
    </p:spTree>
    <p:extLst>
      <p:ext uri="{BB962C8B-B14F-4D97-AF65-F5344CB8AC3E}">
        <p14:creationId xmlns:p14="http://schemas.microsoft.com/office/powerpoint/2010/main" val="224236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7A4B7-7E20-4F15-8070-3B10CC9E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SpringBoot</a:t>
            </a:r>
            <a:r>
              <a:rPr lang="en-US" altLang="ko-KR" dirty="0"/>
              <a:t> </a:t>
            </a:r>
            <a:r>
              <a:rPr lang="en-US" altLang="ko-KR" dirty="0" err="1"/>
              <a:t>sql</a:t>
            </a:r>
            <a:r>
              <a:rPr lang="en-US" altLang="ko-KR" dirty="0"/>
              <a:t> </a:t>
            </a:r>
            <a:r>
              <a:rPr lang="ko-KR" altLang="en-US" dirty="0"/>
              <a:t>쿼리 로그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28233-FD82-423E-8329-B581BF283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Pom.xml / </a:t>
            </a:r>
            <a:r>
              <a:rPr lang="en-US" altLang="ko-KR" dirty="0" err="1"/>
              <a:t>build.gradle</a:t>
            </a:r>
            <a:r>
              <a:rPr lang="en-US" altLang="ko-KR" dirty="0"/>
              <a:t> </a:t>
            </a:r>
            <a:r>
              <a:rPr lang="ko-KR" altLang="en-US" dirty="0"/>
              <a:t>에 라이브러리 추가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application.yml</a:t>
            </a:r>
            <a:r>
              <a:rPr lang="en-US" altLang="ko-KR" dirty="0"/>
              <a:t> </a:t>
            </a:r>
            <a:r>
              <a:rPr lang="ko-KR" altLang="en-US" dirty="0"/>
              <a:t>파일에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src</a:t>
            </a:r>
            <a:r>
              <a:rPr lang="en-US" altLang="ko-KR" dirty="0"/>
              <a:t>/main/resources/logback-spring.xml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4CC8C-D390-4279-AF57-0EF28B1AD344}"/>
              </a:ext>
            </a:extLst>
          </p:cNvPr>
          <p:cNvSpPr txBox="1"/>
          <p:nvPr/>
        </p:nvSpPr>
        <p:spPr>
          <a:xfrm>
            <a:off x="1464512" y="3194648"/>
            <a:ext cx="4856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 </a:t>
            </a:r>
            <a:r>
              <a:rPr lang="en-US" altLang="ko-KR" sz="1400" dirty="0" err="1"/>
              <a:t>datasource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driver-class-name: net.sf.log4jdbc.sql.jdbcapi.DriverSpy</a:t>
            </a:r>
          </a:p>
          <a:p>
            <a:r>
              <a:rPr lang="en-US" altLang="ko-KR" sz="1400" dirty="0"/>
              <a:t>    url: jdbc:log4jdbc:mysql://</a:t>
            </a:r>
            <a:r>
              <a:rPr lang="en-US" altLang="ko-KR" sz="1400" dirty="0" err="1"/>
              <a:t>db</a:t>
            </a:r>
            <a:r>
              <a:rPr lang="ko-KR" altLang="en-US" sz="1400" dirty="0"/>
              <a:t>접속문자열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C25AA-78F5-470C-AEE4-9C987D4CB250}"/>
              </a:ext>
            </a:extLst>
          </p:cNvPr>
          <p:cNvSpPr txBox="1"/>
          <p:nvPr/>
        </p:nvSpPr>
        <p:spPr>
          <a:xfrm>
            <a:off x="1464512" y="4311537"/>
            <a:ext cx="6681637" cy="1034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&lt;?xml version="1.0" encoding="UTF-8"?&gt;</a:t>
            </a:r>
          </a:p>
          <a:p>
            <a:r>
              <a:rPr lang="en-US" altLang="ko-KR" sz="900" dirty="0"/>
              <a:t>&lt;configuration&gt;</a:t>
            </a:r>
          </a:p>
          <a:p>
            <a:r>
              <a:rPr lang="en-US" altLang="ko-KR" sz="900" dirty="0"/>
              <a:t>    &lt;!-- log file path --&gt;</a:t>
            </a:r>
          </a:p>
          <a:p>
            <a:r>
              <a:rPr lang="en-US" altLang="ko-KR" sz="900" dirty="0"/>
              <a:t>    &lt;property name="LOG_PATH" value="./logs"/&gt;</a:t>
            </a:r>
          </a:p>
          <a:p>
            <a:r>
              <a:rPr lang="en-US" altLang="ko-KR" sz="900" dirty="0"/>
              <a:t>    &lt;!-- log file name --&gt;</a:t>
            </a:r>
          </a:p>
          <a:p>
            <a:r>
              <a:rPr lang="en-US" altLang="ko-KR" sz="900" dirty="0"/>
              <a:t>    &lt;property name="LOG_FILE_NAME" value="</a:t>
            </a:r>
            <a:r>
              <a:rPr lang="en-US" altLang="ko-KR" sz="900" dirty="0" err="1"/>
              <a:t>springboot_log</a:t>
            </a:r>
            <a:r>
              <a:rPr lang="en-US" altLang="ko-KR" sz="900" dirty="0"/>
              <a:t>"/&gt;</a:t>
            </a:r>
          </a:p>
          <a:p>
            <a:r>
              <a:rPr lang="en-US" altLang="ko-KR" sz="900" dirty="0"/>
              <a:t>    &lt;!-- err log file name --&gt;</a:t>
            </a:r>
          </a:p>
          <a:p>
            <a:r>
              <a:rPr lang="en-US" altLang="ko-KR" sz="900" dirty="0"/>
              <a:t>    &lt;property name="ERR_LOG_FILE_NAME" value="</a:t>
            </a:r>
            <a:r>
              <a:rPr lang="en-US" altLang="ko-KR" sz="900" dirty="0" err="1"/>
              <a:t>error_log</a:t>
            </a:r>
            <a:r>
              <a:rPr lang="en-US" altLang="ko-KR" sz="900" dirty="0"/>
              <a:t>"/&gt;</a:t>
            </a:r>
          </a:p>
          <a:p>
            <a:r>
              <a:rPr lang="en-US" altLang="ko-KR" sz="900" dirty="0"/>
              <a:t>    &lt;!-- ROOT log LEVEL --&gt;</a:t>
            </a:r>
          </a:p>
          <a:p>
            <a:r>
              <a:rPr lang="en-US" altLang="ko-KR" sz="900" dirty="0"/>
              <a:t>    &lt;property name="ROOT_LEVEL" value="DEBUG"/&gt;</a:t>
            </a:r>
          </a:p>
          <a:p>
            <a:r>
              <a:rPr lang="en-US" altLang="ko-KR" sz="900" dirty="0"/>
              <a:t>    &lt;!-- </a:t>
            </a:r>
            <a:r>
              <a:rPr lang="en-US" altLang="ko-KR" sz="900" dirty="0" err="1"/>
              <a:t>mybatis</a:t>
            </a:r>
            <a:r>
              <a:rPr lang="en-US" altLang="ko-KR" sz="900" dirty="0"/>
              <a:t> log LEVEL --&gt;</a:t>
            </a:r>
          </a:p>
          <a:p>
            <a:r>
              <a:rPr lang="en-US" altLang="ko-KR" sz="900" dirty="0"/>
              <a:t>    &lt;property name="MYBATIS_LEVEL" value="DEBUG"/&gt;</a:t>
            </a:r>
          </a:p>
          <a:p>
            <a:r>
              <a:rPr lang="en-US" altLang="ko-KR" sz="900" dirty="0"/>
              <a:t>    &lt;!-- </a:t>
            </a:r>
            <a:r>
              <a:rPr lang="en-US" altLang="ko-KR" sz="900" dirty="0" err="1"/>
              <a:t>springweb</a:t>
            </a:r>
            <a:r>
              <a:rPr lang="en-US" altLang="ko-KR" sz="900" dirty="0"/>
              <a:t> log LEVEL --&gt;</a:t>
            </a:r>
          </a:p>
          <a:p>
            <a:r>
              <a:rPr lang="en-US" altLang="ko-KR" sz="900" dirty="0"/>
              <a:t>    &lt;property name="SPRINGWEB_LEVEL" value="WARN"/&gt;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 name="</a:t>
            </a:r>
            <a:r>
              <a:rPr lang="en-US" altLang="ko-KR" sz="900" dirty="0" err="1"/>
              <a:t>StandardConsole</a:t>
            </a:r>
            <a:r>
              <a:rPr lang="en-US" altLang="ko-KR" sz="900" dirty="0"/>
              <a:t>" class="</a:t>
            </a:r>
            <a:r>
              <a:rPr lang="en-US" altLang="ko-KR" sz="900" dirty="0" err="1"/>
              <a:t>ch.qos.logback.core.ConsoleAppender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&lt;encoder class="</a:t>
            </a:r>
            <a:r>
              <a:rPr lang="en-US" altLang="ko-KR" sz="900" dirty="0" err="1"/>
              <a:t>ch.qos.logback.classic.encoder.PatternLayoutEncoder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&lt;charset&gt;UTF-8&lt;/charset&gt;</a:t>
            </a:r>
          </a:p>
          <a:p>
            <a:r>
              <a:rPr lang="en-US" altLang="ko-KR" sz="900" dirty="0"/>
              <a:t>            &lt;pattern&gt;%d{</a:t>
            </a:r>
            <a:r>
              <a:rPr lang="en-US" altLang="ko-KR" sz="900" dirty="0" err="1"/>
              <a:t>yyyyMMdd</a:t>
            </a:r>
            <a:r>
              <a:rPr lang="en-US" altLang="ko-KR" sz="900" dirty="0"/>
              <a:t> </a:t>
            </a:r>
            <a:r>
              <a:rPr lang="en-US" altLang="ko-KR" sz="900" dirty="0" err="1"/>
              <a:t>HH:mm:ss.SSS</a:t>
            </a:r>
            <a:r>
              <a:rPr lang="en-US" altLang="ko-KR" sz="900" dirty="0"/>
              <a:t>} [%thread] %-3level %logger{5} - %msg %n&lt;/pattern&gt;</a:t>
            </a:r>
          </a:p>
          <a:p>
            <a:r>
              <a:rPr lang="en-US" altLang="ko-KR" sz="900" dirty="0"/>
              <a:t>        &lt;/encoder&gt;</a:t>
            </a:r>
          </a:p>
          <a:p>
            <a:r>
              <a:rPr lang="en-US" altLang="ko-KR" sz="900" dirty="0"/>
              <a:t>    &lt;/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&lt;property name="LOG_PATTERN" value="%-5level %d{</a:t>
            </a:r>
            <a:r>
              <a:rPr lang="en-US" altLang="ko-KR" sz="900" dirty="0" err="1"/>
              <a:t>yy</a:t>
            </a:r>
            <a:r>
              <a:rPr lang="en-US" altLang="ko-KR" sz="900" dirty="0"/>
              <a:t>-MM-dd </a:t>
            </a:r>
            <a:r>
              <a:rPr lang="en-US" altLang="ko-KR" sz="900" dirty="0" err="1"/>
              <a:t>HH:mm:ss</a:t>
            </a:r>
            <a:r>
              <a:rPr lang="en-US" altLang="ko-KR" sz="900" dirty="0"/>
              <a:t>}[%thread] [%logger{0}:%line] - %</a:t>
            </a:r>
            <a:r>
              <a:rPr lang="en-US" altLang="ko-KR" sz="900" dirty="0" err="1"/>
              <a:t>msg%n</a:t>
            </a:r>
            <a:r>
              <a:rPr lang="en-US" altLang="ko-KR" sz="900" dirty="0"/>
              <a:t>"/&gt;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 name="</a:t>
            </a:r>
            <a:r>
              <a:rPr lang="en-US" altLang="ko-KR" sz="900" dirty="0" err="1"/>
              <a:t>RollingFile</a:t>
            </a:r>
            <a:r>
              <a:rPr lang="en-US" altLang="ko-KR" sz="900" dirty="0"/>
              <a:t>" class="</a:t>
            </a:r>
            <a:r>
              <a:rPr lang="en-US" altLang="ko-KR" sz="900" dirty="0" err="1"/>
              <a:t>ch.qos.logback.core.rolling.RollingFileAppender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&lt;file&gt;${LOG_PATH}/${LOG_FILE_NAME}.log&lt;/file&gt;</a:t>
            </a:r>
          </a:p>
          <a:p>
            <a:r>
              <a:rPr lang="en-US" altLang="ko-KR" sz="900" dirty="0"/>
              <a:t>        &lt;encoder class="</a:t>
            </a:r>
            <a:r>
              <a:rPr lang="en-US" altLang="ko-KR" sz="900" dirty="0" err="1"/>
              <a:t>ch.qos.logback.classic.encoder.PatternLayoutEncoder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&lt;pattern&gt;${LOG_PATTERN}&lt;/pattern&gt;</a:t>
            </a:r>
          </a:p>
          <a:p>
            <a:r>
              <a:rPr lang="en-US" altLang="ko-KR" sz="900" dirty="0"/>
              <a:t>            &lt;charset&gt;UTF-8&lt;/charset&gt;</a:t>
            </a:r>
          </a:p>
          <a:p>
            <a:r>
              <a:rPr lang="en-US" altLang="ko-KR" sz="900" dirty="0"/>
              <a:t>        &lt;/encoder&gt;</a:t>
            </a:r>
          </a:p>
          <a:p>
            <a:r>
              <a:rPr lang="en-US" altLang="ko-KR" sz="900" dirty="0"/>
              <a:t>        &lt;</a:t>
            </a:r>
            <a:r>
              <a:rPr lang="en-US" altLang="ko-KR" sz="900" dirty="0" err="1"/>
              <a:t>rollingPolicy</a:t>
            </a:r>
            <a:r>
              <a:rPr lang="en-US" altLang="ko-KR" sz="900" dirty="0"/>
              <a:t> class="</a:t>
            </a:r>
            <a:r>
              <a:rPr lang="en-US" altLang="ko-KR" sz="900" dirty="0" err="1"/>
              <a:t>ch.qos.logback.core.rolling.TimeBasedRollingPolicy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fileNamePattern</a:t>
            </a:r>
            <a:r>
              <a:rPr lang="en-US" altLang="ko-KR" sz="900" dirty="0"/>
              <a:t>&gt;${LOG_PATH}/${LOG_FILE_NAME}.%d{</a:t>
            </a:r>
            <a:r>
              <a:rPr lang="en-US" altLang="ko-KR" sz="900" dirty="0" err="1"/>
              <a:t>yyyy</a:t>
            </a:r>
            <a:r>
              <a:rPr lang="en-US" altLang="ko-KR" sz="900" dirty="0"/>
              <a:t>-MM-dd}_%i.log.zip&lt;/</a:t>
            </a:r>
            <a:r>
              <a:rPr lang="en-US" altLang="ko-KR" sz="900" dirty="0" err="1"/>
              <a:t>fileNamePattern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timeBasedFileNamingAndTriggeringPolicy</a:t>
            </a:r>
            <a:r>
              <a:rPr lang="en-US" altLang="ko-KR" sz="900" dirty="0"/>
              <a:t> class="</a:t>
            </a:r>
            <a:r>
              <a:rPr lang="en-US" altLang="ko-KR" sz="900" dirty="0" err="1"/>
              <a:t>ch.qos.logback.core.rolling.SizeAndTimeBasedFNATP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    &lt;</a:t>
            </a:r>
            <a:r>
              <a:rPr lang="en-US" altLang="ko-KR" sz="900" dirty="0" err="1"/>
              <a:t>maxFileSize</a:t>
            </a:r>
            <a:r>
              <a:rPr lang="en-US" altLang="ko-KR" sz="900" dirty="0"/>
              <a:t>&gt;100MB&lt;/</a:t>
            </a:r>
            <a:r>
              <a:rPr lang="en-US" altLang="ko-KR" sz="900" dirty="0" err="1"/>
              <a:t>maxFileSize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&lt;/</a:t>
            </a:r>
            <a:r>
              <a:rPr lang="en-US" altLang="ko-KR" sz="900" dirty="0" err="1"/>
              <a:t>timeBasedFileNamingAndTriggeringPolicy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maxHistory</a:t>
            </a:r>
            <a:r>
              <a:rPr lang="en-US" altLang="ko-KR" sz="900" dirty="0"/>
              <a:t>&gt;31&lt;/</a:t>
            </a:r>
            <a:r>
              <a:rPr lang="en-US" altLang="ko-KR" sz="900" dirty="0" err="1"/>
              <a:t>maxHistory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&lt;/</a:t>
            </a:r>
            <a:r>
              <a:rPr lang="en-US" altLang="ko-KR" sz="900" dirty="0" err="1"/>
              <a:t>rollingPolicy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&lt;/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&lt;!-- </a:t>
            </a:r>
            <a:r>
              <a:rPr lang="ko-KR" altLang="en-US" sz="900" dirty="0"/>
              <a:t>에러의 경우 파일에 로그 처리 </a:t>
            </a:r>
            <a:r>
              <a:rPr lang="en-US" altLang="ko-KR" sz="900" dirty="0"/>
              <a:t>--&gt;</a:t>
            </a:r>
          </a:p>
          <a:p>
            <a:r>
              <a:rPr lang="en-US" altLang="ko-KR" sz="900" dirty="0"/>
              <a:t>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 name="</a:t>
            </a:r>
            <a:r>
              <a:rPr lang="en-US" altLang="ko-KR" sz="900" dirty="0" err="1"/>
              <a:t>ErrorRollingFile</a:t>
            </a:r>
            <a:r>
              <a:rPr lang="en-US" altLang="ko-KR" sz="900" dirty="0"/>
              <a:t>" class="</a:t>
            </a:r>
            <a:r>
              <a:rPr lang="en-US" altLang="ko-KR" sz="900" dirty="0" err="1"/>
              <a:t>ch.qos.logback.core.rolling.RollingFileAppender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&lt;filter class="</a:t>
            </a:r>
            <a:r>
              <a:rPr lang="en-US" altLang="ko-KR" sz="900" dirty="0" err="1"/>
              <a:t>ch.qos.logback.classic.filter.LevelFilter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&lt;level&gt;error&lt;/level&gt;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onMatch</a:t>
            </a:r>
            <a:r>
              <a:rPr lang="en-US" altLang="ko-KR" sz="900" dirty="0"/>
              <a:t>&gt;ACCEPT&lt;/</a:t>
            </a:r>
            <a:r>
              <a:rPr lang="en-US" altLang="ko-KR" sz="900" dirty="0" err="1"/>
              <a:t>onMatch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onMismatch</a:t>
            </a:r>
            <a:r>
              <a:rPr lang="en-US" altLang="ko-KR" sz="900" dirty="0"/>
              <a:t>&gt;DENY&lt;/</a:t>
            </a:r>
            <a:r>
              <a:rPr lang="en-US" altLang="ko-KR" sz="900" dirty="0" err="1"/>
              <a:t>onMismatch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&lt;/filter&gt;</a:t>
            </a:r>
          </a:p>
          <a:p>
            <a:r>
              <a:rPr lang="en-US" altLang="ko-KR" sz="900" dirty="0"/>
              <a:t>        &lt;file&gt;${LOG_PATH}/${ERR_LOG_FILE_NAME}.log&lt;/file&gt;</a:t>
            </a:r>
          </a:p>
          <a:p>
            <a:r>
              <a:rPr lang="en-US" altLang="ko-KR" sz="900" dirty="0"/>
              <a:t>        &lt;encoder class="</a:t>
            </a:r>
            <a:r>
              <a:rPr lang="en-US" altLang="ko-KR" sz="900" dirty="0" err="1"/>
              <a:t>ch.qos.logback.classic.encoder.PatternLayoutEncoder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&lt;pattern&gt;${LOG_PATTERN}&lt;/pattern&gt;</a:t>
            </a:r>
          </a:p>
          <a:p>
            <a:r>
              <a:rPr lang="en-US" altLang="ko-KR" sz="900" dirty="0"/>
              <a:t>            &lt;charset&gt;UTF-8&lt;/charset&gt;</a:t>
            </a:r>
          </a:p>
          <a:p>
            <a:r>
              <a:rPr lang="en-US" altLang="ko-KR" sz="900" dirty="0"/>
              <a:t>        &lt;/encoder&gt;</a:t>
            </a:r>
          </a:p>
          <a:p>
            <a:r>
              <a:rPr lang="en-US" altLang="ko-KR" sz="900" dirty="0"/>
              <a:t>        &lt;</a:t>
            </a:r>
            <a:r>
              <a:rPr lang="en-US" altLang="ko-KR" sz="900" dirty="0" err="1"/>
              <a:t>rollingPolicy</a:t>
            </a:r>
            <a:r>
              <a:rPr lang="en-US" altLang="ko-KR" sz="900" dirty="0"/>
              <a:t> class="</a:t>
            </a:r>
            <a:r>
              <a:rPr lang="en-US" altLang="ko-KR" sz="900" dirty="0" err="1"/>
              <a:t>ch.qos.logback.core.rolling.TimeBasedRollingPolicy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fileNamePattern</a:t>
            </a:r>
            <a:r>
              <a:rPr lang="en-US" altLang="ko-KR" sz="900" dirty="0"/>
              <a:t>&gt;${LOG_PATH}/${ERR_LOG_FILE_NAME}.%d{</a:t>
            </a:r>
            <a:r>
              <a:rPr lang="en-US" altLang="ko-KR" sz="900" dirty="0" err="1"/>
              <a:t>yyyy</a:t>
            </a:r>
            <a:r>
              <a:rPr lang="en-US" altLang="ko-KR" sz="900" dirty="0"/>
              <a:t>-MM-dd}_%i.log.zip&lt;/</a:t>
            </a:r>
            <a:r>
              <a:rPr lang="en-US" altLang="ko-KR" sz="900" dirty="0" err="1"/>
              <a:t>fileNamePattern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timeBasedFileNamingAndTriggeringPolicy</a:t>
            </a:r>
            <a:r>
              <a:rPr lang="en-US" altLang="ko-KR" sz="900" dirty="0"/>
              <a:t> class="</a:t>
            </a:r>
            <a:r>
              <a:rPr lang="en-US" altLang="ko-KR" sz="900" dirty="0" err="1"/>
              <a:t>ch.qos.logback.core.rolling.SizeAndTimeBasedFNATP</a:t>
            </a:r>
            <a:r>
              <a:rPr lang="en-US" altLang="ko-KR" sz="900" dirty="0"/>
              <a:t>"&gt;</a:t>
            </a:r>
          </a:p>
          <a:p>
            <a:r>
              <a:rPr lang="en-US" altLang="ko-KR" sz="900" dirty="0"/>
              <a:t>                &lt;</a:t>
            </a:r>
            <a:r>
              <a:rPr lang="en-US" altLang="ko-KR" sz="900" dirty="0" err="1"/>
              <a:t>maxFileSize</a:t>
            </a:r>
            <a:r>
              <a:rPr lang="en-US" altLang="ko-KR" sz="900" dirty="0"/>
              <a:t>&gt;100MB&lt;/</a:t>
            </a:r>
            <a:r>
              <a:rPr lang="en-US" altLang="ko-KR" sz="900" dirty="0" err="1"/>
              <a:t>maxFileSize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&lt;/</a:t>
            </a:r>
            <a:r>
              <a:rPr lang="en-US" altLang="ko-KR" sz="900" dirty="0" err="1"/>
              <a:t>timeBasedFileNamingAndTriggeringPolicy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    &lt;</a:t>
            </a:r>
            <a:r>
              <a:rPr lang="en-US" altLang="ko-KR" sz="900" dirty="0" err="1"/>
              <a:t>maxHistory</a:t>
            </a:r>
            <a:r>
              <a:rPr lang="en-US" altLang="ko-KR" sz="900" dirty="0"/>
              <a:t>&gt;31&lt;/</a:t>
            </a:r>
            <a:r>
              <a:rPr lang="en-US" altLang="ko-KR" sz="900" dirty="0" err="1"/>
              <a:t>maxHistory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  &lt;/</a:t>
            </a:r>
            <a:r>
              <a:rPr lang="en-US" altLang="ko-KR" sz="900" dirty="0" err="1"/>
              <a:t>rollingPolicy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&lt;/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</a:t>
            </a:r>
            <a:r>
              <a:rPr lang="en-US" altLang="ko-KR" sz="900" dirty="0"/>
              <a:t>" level="OFF"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jdbc.sqlonly</a:t>
            </a:r>
            <a:r>
              <a:rPr lang="en-US" altLang="ko-KR" sz="900" dirty="0"/>
              <a:t>" level="OFF"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jdbc.sqltiming</a:t>
            </a:r>
            <a:r>
              <a:rPr lang="en-US" altLang="ko-KR" sz="900" dirty="0"/>
              <a:t>" level="${MYBATIS_LEVEL}"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jdbc.audit</a:t>
            </a:r>
            <a:r>
              <a:rPr lang="en-US" altLang="ko-KR" sz="900" dirty="0"/>
              <a:t>" level="OFF"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jdbc.resultset</a:t>
            </a:r>
            <a:r>
              <a:rPr lang="en-US" altLang="ko-KR" sz="900" dirty="0"/>
              <a:t>" level="OFF"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jdbc.resultsettable</a:t>
            </a:r>
            <a:r>
              <a:rPr lang="en-US" altLang="ko-KR" sz="900" dirty="0"/>
              <a:t>" level="${MYBATIS_LEVEL}" additive="false" /&gt;</a:t>
            </a:r>
          </a:p>
          <a:p>
            <a:r>
              <a:rPr lang="en-US" altLang="ko-KR" sz="900" dirty="0"/>
              <a:t>    &lt;logger name="</a:t>
            </a:r>
            <a:r>
              <a:rPr lang="en-US" altLang="ko-KR" sz="900" dirty="0" err="1"/>
              <a:t>jdbc.connection</a:t>
            </a:r>
            <a:r>
              <a:rPr lang="en-US" altLang="ko-KR" sz="900" dirty="0"/>
              <a:t>" level="OFF" additive="false" /&gt;</a:t>
            </a:r>
          </a:p>
          <a:p>
            <a:endParaRPr lang="en-US" altLang="ko-KR" sz="900" dirty="0"/>
          </a:p>
          <a:p>
            <a:r>
              <a:rPr lang="en-US" altLang="ko-KR" sz="900" dirty="0"/>
              <a:t>    &lt;root level="${ROOT_LEVEL}" additive="true"&gt;</a:t>
            </a:r>
          </a:p>
          <a:p>
            <a:r>
              <a:rPr lang="en-US" altLang="ko-KR" sz="900" dirty="0"/>
              <a:t>    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-ref ref="</a:t>
            </a:r>
            <a:r>
              <a:rPr lang="en-US" altLang="ko-KR" sz="900" dirty="0" err="1"/>
              <a:t>StandardConsole</a:t>
            </a:r>
            <a:r>
              <a:rPr lang="en-US" altLang="ko-KR" sz="900" dirty="0"/>
              <a:t>" /&gt;</a:t>
            </a:r>
          </a:p>
          <a:p>
            <a:r>
              <a:rPr lang="en-US" altLang="ko-KR" sz="900" dirty="0"/>
              <a:t>    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-ref ref="</a:t>
            </a:r>
            <a:r>
              <a:rPr lang="en-US" altLang="ko-KR" sz="900" dirty="0" err="1"/>
              <a:t>RollingFile</a:t>
            </a:r>
            <a:r>
              <a:rPr lang="en-US" altLang="ko-KR" sz="900" dirty="0"/>
              <a:t>"/&gt;</a:t>
            </a:r>
          </a:p>
          <a:p>
            <a:r>
              <a:rPr lang="en-US" altLang="ko-KR" sz="900" dirty="0"/>
              <a:t>        &lt;</a:t>
            </a:r>
            <a:r>
              <a:rPr lang="en-US" altLang="ko-KR" sz="900" dirty="0" err="1"/>
              <a:t>appender</a:t>
            </a:r>
            <a:r>
              <a:rPr lang="en-US" altLang="ko-KR" sz="900" dirty="0"/>
              <a:t>-ref ref="</a:t>
            </a:r>
            <a:r>
              <a:rPr lang="en-US" altLang="ko-KR" sz="900" dirty="0" err="1"/>
              <a:t>ErrorRollingFile</a:t>
            </a:r>
            <a:r>
              <a:rPr lang="en-US" altLang="ko-KR" sz="900" dirty="0"/>
              <a:t>"/&gt;</a:t>
            </a:r>
          </a:p>
          <a:p>
            <a:r>
              <a:rPr lang="en-US" altLang="ko-KR" sz="900" dirty="0"/>
              <a:t>    &lt;/root&gt;</a:t>
            </a:r>
          </a:p>
          <a:p>
            <a:r>
              <a:rPr lang="en-US" altLang="ko-KR" sz="900" dirty="0"/>
              <a:t>&lt;/configuration&gt;</a:t>
            </a:r>
            <a:endParaRPr lang="ko-KR" alt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E19C7-D371-4583-AC88-2AAEE028C115}"/>
              </a:ext>
            </a:extLst>
          </p:cNvPr>
          <p:cNvSpPr txBox="1"/>
          <p:nvPr/>
        </p:nvSpPr>
        <p:spPr>
          <a:xfrm>
            <a:off x="1464512" y="2203850"/>
            <a:ext cx="3170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group : org.bgee.log4jdbc-log4j2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artifact : log4jdbc-log4j2-jdbc4.1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version : 1.16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859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E1E27-8147-4BEC-93C1-8701BE4A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MVC </a:t>
            </a:r>
            <a:r>
              <a:rPr lang="ko-KR" altLang="en-US" sz="3600" dirty="0"/>
              <a:t>패턴을 이용해서 웹</a:t>
            </a:r>
            <a:r>
              <a:rPr lang="en-US" altLang="ko-KR" sz="3600" dirty="0"/>
              <a:t>Controller &lt;-&gt; RDBMS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BA6D6-01F0-405D-B6FE-07222350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클라이언트요청데이터 </a:t>
            </a:r>
            <a:r>
              <a:rPr lang="en-US" altLang="ko-KR" dirty="0"/>
              <a:t>: Controller -&gt; Service </a:t>
            </a:r>
            <a:r>
              <a:rPr lang="ko-KR" altLang="en-US" dirty="0"/>
              <a:t>호출 </a:t>
            </a:r>
            <a:r>
              <a:rPr lang="en-US" altLang="ko-KR" dirty="0"/>
              <a:t>-&gt; </a:t>
            </a:r>
            <a:r>
              <a:rPr lang="en-US" altLang="ko-KR" dirty="0" err="1"/>
              <a:t>Mybatis</a:t>
            </a:r>
            <a:r>
              <a:rPr lang="en-US" altLang="ko-KR" dirty="0"/>
              <a:t> Mapper(*.xml </a:t>
            </a:r>
            <a:r>
              <a:rPr lang="ko-KR" altLang="en-US" dirty="0"/>
              <a:t>쿼리</a:t>
            </a:r>
            <a:r>
              <a:rPr lang="en-US" altLang="ko-KR" dirty="0"/>
              <a:t>) / JPA Repository -&gt; RDBMS </a:t>
            </a:r>
            <a:r>
              <a:rPr lang="ko-KR" altLang="en-US" dirty="0"/>
              <a:t>쿼리 실행</a:t>
            </a:r>
            <a:endParaRPr lang="en-US" altLang="ko-KR" dirty="0"/>
          </a:p>
          <a:p>
            <a:r>
              <a:rPr lang="ko-KR" altLang="en-US" dirty="0"/>
              <a:t>클라이언트응답데이터 </a:t>
            </a:r>
            <a:r>
              <a:rPr lang="en-US" altLang="ko-KR" dirty="0"/>
              <a:t>: RDBMS </a:t>
            </a:r>
            <a:r>
              <a:rPr lang="ko-KR" altLang="en-US" dirty="0"/>
              <a:t>쿼리 결과 </a:t>
            </a:r>
            <a:r>
              <a:rPr lang="en-US" altLang="ko-KR" dirty="0"/>
              <a:t>-&gt; Mybatis(*.xml </a:t>
            </a:r>
            <a:r>
              <a:rPr lang="ko-KR" altLang="en-US" dirty="0"/>
              <a:t>쿼리 결과</a:t>
            </a:r>
            <a:r>
              <a:rPr lang="en-US" altLang="ko-KR" dirty="0"/>
              <a:t>) / JPA Repository return </a:t>
            </a:r>
            <a:r>
              <a:rPr lang="ko-KR" altLang="en-US" dirty="0"/>
              <a:t>값</a:t>
            </a:r>
            <a:r>
              <a:rPr lang="en-US" altLang="ko-KR" dirty="0"/>
              <a:t>; -&gt; Service </a:t>
            </a:r>
            <a:r>
              <a:rPr lang="ko-KR" altLang="en-US" dirty="0"/>
              <a:t>메소드 </a:t>
            </a:r>
            <a:r>
              <a:rPr lang="en-US" altLang="ko-KR" dirty="0"/>
              <a:t>return </a:t>
            </a:r>
            <a:r>
              <a:rPr lang="ko-KR" altLang="en-US" dirty="0"/>
              <a:t>값</a:t>
            </a:r>
            <a:r>
              <a:rPr lang="en-US" altLang="ko-KR" dirty="0"/>
              <a:t>; -&gt; Controller</a:t>
            </a:r>
          </a:p>
          <a:p>
            <a:r>
              <a:rPr lang="en-US" altLang="ko-KR" dirty="0"/>
              <a:t>Java Controller </a:t>
            </a:r>
            <a:r>
              <a:rPr lang="ko-KR" altLang="en-US" dirty="0"/>
              <a:t>에서 </a:t>
            </a:r>
            <a:r>
              <a:rPr lang="ko-KR" altLang="en-US" dirty="0" err="1"/>
              <a:t>화면템플릿에</a:t>
            </a:r>
            <a:r>
              <a:rPr lang="ko-KR" altLang="en-US" dirty="0"/>
              <a:t> 출력하려면 </a:t>
            </a:r>
            <a:r>
              <a:rPr lang="en-US" altLang="ko-KR" dirty="0"/>
              <a:t>Model </a:t>
            </a:r>
            <a:r>
              <a:rPr lang="en-US" altLang="ko-KR" dirty="0" err="1"/>
              <a:t>model</a:t>
            </a:r>
            <a:r>
              <a:rPr lang="en-US" altLang="ko-KR" dirty="0"/>
              <a:t> </a:t>
            </a:r>
            <a:r>
              <a:rPr lang="ko-KR" altLang="en-US" dirty="0"/>
              <a:t>매개변수에 선언해야 하고</a:t>
            </a:r>
            <a:r>
              <a:rPr lang="en-US" altLang="ko-KR" dirty="0"/>
              <a:t>, </a:t>
            </a:r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/>
              <a:t>키</a:t>
            </a:r>
            <a:r>
              <a:rPr lang="en-US" altLang="ko-KR" dirty="0"/>
              <a:t>“, </a:t>
            </a:r>
            <a:r>
              <a:rPr lang="ko-KR" altLang="en-US" dirty="0"/>
              <a:t>값</a:t>
            </a:r>
            <a:r>
              <a:rPr lang="en-US" altLang="ko-KR" dirty="0"/>
              <a:t>); </a:t>
            </a:r>
            <a:r>
              <a:rPr lang="ko-KR" altLang="en-US" dirty="0"/>
              <a:t>실행하면 </a:t>
            </a:r>
            <a:r>
              <a:rPr lang="ko-KR" altLang="en-US" dirty="0" err="1"/>
              <a:t>화면템플릿</a:t>
            </a:r>
            <a:r>
              <a:rPr lang="en-US" altLang="ko-KR" dirty="0"/>
              <a:t>(mustache, </a:t>
            </a:r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문법의존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{{</a:t>
            </a:r>
            <a:r>
              <a:rPr lang="ko-KR" altLang="en-US" dirty="0"/>
              <a:t>키</a:t>
            </a:r>
            <a:r>
              <a:rPr lang="en-US" altLang="ko-KR" dirty="0"/>
              <a:t>}} </a:t>
            </a:r>
            <a:r>
              <a:rPr lang="ko-KR" altLang="en-US" dirty="0"/>
              <a:t>라는 문장을 값으로 치환하여 </a:t>
            </a:r>
            <a:r>
              <a:rPr lang="en-US" altLang="ko-KR" dirty="0"/>
              <a:t>html </a:t>
            </a:r>
            <a:r>
              <a:rPr lang="ko-KR" altLang="en-US" dirty="0"/>
              <a:t>파일을 응답한다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@***Mapping(“</a:t>
            </a:r>
            <a:r>
              <a:rPr lang="ko-KR" altLang="en-US" dirty="0"/>
              <a:t>요청주소</a:t>
            </a:r>
            <a:r>
              <a:rPr lang="en-US" altLang="ko-KR" dirty="0"/>
              <a:t>”)</a:t>
            </a:r>
          </a:p>
          <a:p>
            <a:r>
              <a:rPr lang="en-US" altLang="ko-KR" dirty="0"/>
              <a:t>Public String </a:t>
            </a:r>
            <a:r>
              <a:rPr lang="ko-KR" altLang="en-US" dirty="0" err="1"/>
              <a:t>메소드명</a:t>
            </a:r>
            <a:r>
              <a:rPr lang="en-US" altLang="ko-KR" dirty="0"/>
              <a:t>(Model </a:t>
            </a:r>
            <a:r>
              <a:rPr lang="en-US" altLang="ko-KR" dirty="0" err="1"/>
              <a:t>model</a:t>
            </a:r>
            <a:r>
              <a:rPr lang="en-US" altLang="ko-KR" dirty="0"/>
              <a:t>, @ModelAttribute|@RequestParam </a:t>
            </a:r>
            <a:r>
              <a:rPr lang="ko-KR" altLang="en-US" dirty="0"/>
              <a:t>매개변수들</a:t>
            </a:r>
            <a:r>
              <a:rPr lang="en-US" altLang="ko-KR" dirty="0"/>
              <a:t>) {</a:t>
            </a:r>
          </a:p>
          <a:p>
            <a:pPr lvl="1"/>
            <a:r>
              <a:rPr lang="en-US" altLang="ko-KR" dirty="0"/>
              <a:t>try ~ catch</a:t>
            </a:r>
            <a:r>
              <a:rPr lang="ko-KR" altLang="en-US" dirty="0"/>
              <a:t> 사용해야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비즈니스 로직을 실행</a:t>
            </a:r>
            <a:r>
              <a:rPr lang="en-US" altLang="ko-KR" dirty="0"/>
              <a:t>(</a:t>
            </a:r>
            <a:r>
              <a:rPr lang="en-US" altLang="ko-KR" dirty="0" err="1"/>
              <a:t>Sql</a:t>
            </a:r>
            <a:r>
              <a:rPr lang="en-US" altLang="ko-KR" dirty="0"/>
              <a:t>, </a:t>
            </a:r>
            <a:r>
              <a:rPr lang="ko-KR" altLang="en-US" dirty="0" err="1"/>
              <a:t>다른메소드호출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/>
              <a:t>키</a:t>
            </a:r>
            <a:r>
              <a:rPr lang="en-US" altLang="ko-KR" dirty="0"/>
              <a:t>1“, </a:t>
            </a:r>
            <a:r>
              <a:rPr lang="ko-KR" altLang="en-US" dirty="0"/>
              <a:t>객체</a:t>
            </a:r>
            <a:r>
              <a:rPr lang="en-US" altLang="ko-KR" dirty="0"/>
              <a:t>1);</a:t>
            </a:r>
          </a:p>
          <a:p>
            <a:pPr lvl="1"/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/>
              <a:t>키</a:t>
            </a:r>
            <a:r>
              <a:rPr lang="en-US" altLang="ko-KR" dirty="0"/>
              <a:t>2“, </a:t>
            </a:r>
            <a:r>
              <a:rPr lang="ko-KR" altLang="en-US" dirty="0"/>
              <a:t>값</a:t>
            </a:r>
            <a:r>
              <a:rPr lang="en-US" altLang="ko-KR" dirty="0"/>
              <a:t>2);</a:t>
            </a:r>
          </a:p>
          <a:p>
            <a:pPr lvl="1"/>
            <a:r>
              <a:rPr lang="en-US" altLang="ko-KR" dirty="0"/>
              <a:t>return “</a:t>
            </a:r>
            <a:r>
              <a:rPr lang="ko-KR" altLang="en-US" dirty="0" err="1"/>
              <a:t>화면템플릿파일경로</a:t>
            </a:r>
            <a:r>
              <a:rPr lang="en-US" altLang="ko-KR" dirty="0"/>
              <a:t> | redirect:</a:t>
            </a:r>
            <a:r>
              <a:rPr lang="ko-KR" altLang="en-US" dirty="0"/>
              <a:t>요청주소 상대경로</a:t>
            </a:r>
            <a:r>
              <a:rPr lang="en-US" altLang="ko-KR" dirty="0"/>
              <a:t>“;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49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A72B-446C-4CC5-8B59-FD4AB03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</a:t>
            </a:r>
            <a:r>
              <a:rPr lang="ko-KR" altLang="en-US" dirty="0"/>
              <a:t> </a:t>
            </a:r>
            <a:r>
              <a:rPr lang="en-US" altLang="ko-KR" dirty="0"/>
              <a:t>MVC </a:t>
            </a:r>
            <a:r>
              <a:rPr lang="ko-KR" altLang="en-US" dirty="0"/>
              <a:t>패턴 </a:t>
            </a:r>
            <a:r>
              <a:rPr lang="ko-KR" altLang="en-US" dirty="0" err="1"/>
              <a:t>화면템플릿</a:t>
            </a:r>
            <a:r>
              <a:rPr lang="en-US" altLang="ko-KR" dirty="0"/>
              <a:t>(</a:t>
            </a:r>
            <a:r>
              <a:rPr lang="en-US" altLang="ko-KR" dirty="0" err="1"/>
              <a:t>mustach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AEEA-3D7E-4FA9-8ABD-67D49E18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&lt;html&gt; </a:t>
            </a:r>
            <a:r>
              <a:rPr lang="ko-KR" altLang="en-US" dirty="0"/>
              <a:t>형식에 맞는 화면을 구성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{{#</a:t>
            </a:r>
            <a:r>
              <a:rPr lang="ko-KR" altLang="en-US" dirty="0" err="1"/>
              <a:t>객체키</a:t>
            </a:r>
            <a:r>
              <a:rPr lang="en-US" altLang="ko-KR" dirty="0"/>
              <a:t>1(</a:t>
            </a:r>
            <a:r>
              <a:rPr lang="ko-KR" altLang="en-US" dirty="0"/>
              <a:t>배열</a:t>
            </a:r>
            <a:r>
              <a:rPr lang="en-US" altLang="ko-KR" dirty="0"/>
              <a:t>)}}</a:t>
            </a:r>
          </a:p>
          <a:p>
            <a:pPr marL="0" indent="0">
              <a:buNone/>
            </a:pPr>
            <a:r>
              <a:rPr lang="en-US" altLang="ko-KR" dirty="0"/>
              <a:t>	{{</a:t>
            </a:r>
            <a:r>
              <a:rPr lang="ko-KR" altLang="en-US" dirty="0" err="1"/>
              <a:t>객체의멤버변수명</a:t>
            </a:r>
            <a:r>
              <a:rPr lang="en-US" altLang="ko-KR" dirty="0"/>
              <a:t>1}}</a:t>
            </a:r>
          </a:p>
          <a:p>
            <a:pPr marL="0" indent="0">
              <a:buNone/>
            </a:pPr>
            <a:r>
              <a:rPr lang="en-US" altLang="ko-KR" dirty="0"/>
              <a:t>	{{</a:t>
            </a:r>
            <a:r>
              <a:rPr lang="ko-KR" altLang="en-US" dirty="0" err="1"/>
              <a:t>객체의멤버변수명</a:t>
            </a:r>
            <a:r>
              <a:rPr lang="en-US" altLang="ko-KR" dirty="0"/>
              <a:t>2}}</a:t>
            </a:r>
          </a:p>
          <a:p>
            <a:pPr marL="0" indent="0">
              <a:buNone/>
            </a:pPr>
            <a:r>
              <a:rPr lang="en-US" altLang="ko-KR" dirty="0"/>
              <a:t>{{/</a:t>
            </a:r>
            <a:r>
              <a:rPr lang="ko-KR" altLang="en-US" dirty="0" err="1"/>
              <a:t>객체키</a:t>
            </a:r>
            <a:r>
              <a:rPr lang="en-US" altLang="ko-KR" dirty="0"/>
              <a:t>1(</a:t>
            </a:r>
            <a:r>
              <a:rPr lang="ko-KR" altLang="en-US" dirty="0"/>
              <a:t>배열</a:t>
            </a:r>
            <a:r>
              <a:rPr lang="en-US" altLang="ko-KR" dirty="0"/>
              <a:t>)}}</a:t>
            </a:r>
          </a:p>
          <a:p>
            <a:pPr marL="0" indent="0">
              <a:buNone/>
            </a:pPr>
            <a:r>
              <a:rPr lang="en-US" altLang="ko-KR" dirty="0"/>
              <a:t>{{</a:t>
            </a:r>
            <a:r>
              <a:rPr lang="ko-KR" altLang="en-US" dirty="0" err="1"/>
              <a:t>객체키</a:t>
            </a:r>
            <a:r>
              <a:rPr lang="en-US" altLang="ko-KR" dirty="0"/>
              <a:t>2.</a:t>
            </a:r>
            <a:r>
              <a:rPr lang="ko-KR" altLang="en-US" dirty="0"/>
              <a:t>멤버변수명</a:t>
            </a:r>
            <a:r>
              <a:rPr lang="en-US" altLang="ko-KR" dirty="0"/>
              <a:t>}}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Mustache </a:t>
            </a:r>
            <a:r>
              <a:rPr lang="ko-KR" altLang="en-US" dirty="0"/>
              <a:t>매뉴얼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https://mustache.github.io/mustache.5.html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62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A72B-446C-4CC5-8B59-FD4AB03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</a:t>
            </a:r>
            <a:r>
              <a:rPr lang="ko-KR" altLang="en-US" dirty="0"/>
              <a:t> </a:t>
            </a:r>
            <a:r>
              <a:rPr lang="en-US" altLang="ko-KR" dirty="0"/>
              <a:t>MVC </a:t>
            </a:r>
            <a:r>
              <a:rPr lang="ko-KR" altLang="en-US" dirty="0"/>
              <a:t>패턴 </a:t>
            </a:r>
            <a:r>
              <a:rPr lang="en-US" altLang="ko-KR" dirty="0"/>
              <a:t>Controller </a:t>
            </a:r>
            <a:r>
              <a:rPr lang="ko-KR" altLang="en-US" dirty="0"/>
              <a:t>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AEEA-3D7E-4FA9-8ABD-67D49E18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@Slf4j</a:t>
            </a:r>
          </a:p>
          <a:p>
            <a:pPr marL="0" indent="0">
              <a:buNone/>
            </a:pPr>
            <a:r>
              <a:rPr lang="en-US" altLang="ko-KR" dirty="0"/>
              <a:t>@Controller</a:t>
            </a:r>
          </a:p>
          <a:p>
            <a:pPr marL="0" indent="0">
              <a:buNone/>
            </a:pPr>
            <a:r>
              <a:rPr lang="en-US" altLang="ko-KR" dirty="0"/>
              <a:t>Public class </a:t>
            </a:r>
            <a:r>
              <a:rPr lang="en-US" altLang="ko-KR" dirty="0" err="1"/>
              <a:t>CoffeeController</a:t>
            </a:r>
            <a:r>
              <a:rPr lang="en-US" altLang="ko-KR" dirty="0"/>
              <a:t> {</a:t>
            </a:r>
          </a:p>
          <a:p>
            <a:pPr marL="457200" lvl="1" indent="0">
              <a:buNone/>
            </a:pPr>
            <a:r>
              <a:rPr lang="en-US" altLang="ko-KR" dirty="0"/>
              <a:t>@Autowired</a:t>
            </a:r>
          </a:p>
          <a:p>
            <a:pPr marL="457200" lvl="1" indent="0">
              <a:buNone/>
            </a:pPr>
            <a:r>
              <a:rPr lang="en-US" altLang="ko-KR" dirty="0"/>
              <a:t>Private </a:t>
            </a:r>
            <a:r>
              <a:rPr lang="en-US" altLang="ko-KR" dirty="0" err="1"/>
              <a:t>CoffeeService</a:t>
            </a:r>
            <a:r>
              <a:rPr lang="en-US" altLang="ko-KR" dirty="0"/>
              <a:t> </a:t>
            </a:r>
            <a:r>
              <a:rPr lang="ko-KR" altLang="en-US" dirty="0"/>
              <a:t>멤버변수명</a:t>
            </a:r>
            <a:r>
              <a:rPr lang="en-US" altLang="ko-KR" dirty="0"/>
              <a:t>;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@XXXMapping(“</a:t>
            </a:r>
            <a:r>
              <a:rPr lang="ko-KR" altLang="en-US" dirty="0"/>
              <a:t>요청주소</a:t>
            </a:r>
            <a:r>
              <a:rPr lang="en-US" altLang="ko-KR" dirty="0"/>
              <a:t>”)</a:t>
            </a:r>
          </a:p>
          <a:p>
            <a:pPr marL="457200" lvl="1" indent="0">
              <a:buNone/>
            </a:pPr>
            <a:r>
              <a:rPr lang="en-US" altLang="ko-KR" dirty="0"/>
              <a:t>Public String CRUD</a:t>
            </a:r>
            <a:r>
              <a:rPr lang="ko-KR" altLang="en-US" dirty="0"/>
              <a:t>메소드</a:t>
            </a:r>
            <a:r>
              <a:rPr lang="en-US" altLang="ko-KR" dirty="0"/>
              <a:t>(Model </a:t>
            </a:r>
            <a:r>
              <a:rPr lang="en-US" altLang="ko-KR" dirty="0" err="1"/>
              <a:t>model</a:t>
            </a:r>
            <a:r>
              <a:rPr lang="en-US" altLang="ko-KR" dirty="0"/>
              <a:t>, @ModelAttribute|@RequestParam(“</a:t>
            </a:r>
            <a:r>
              <a:rPr lang="ko-KR" altLang="en-US" dirty="0"/>
              <a:t>이름</a:t>
            </a:r>
            <a:r>
              <a:rPr lang="en-US" altLang="ko-KR" dirty="0"/>
              <a:t>“)|@</a:t>
            </a:r>
            <a:r>
              <a:rPr lang="en-US" altLang="ko-KR" dirty="0" err="1"/>
              <a:t>PathVariable</a:t>
            </a:r>
            <a:r>
              <a:rPr lang="en-US" altLang="ko-KR" dirty="0"/>
              <a:t>(“</a:t>
            </a:r>
            <a:r>
              <a:rPr lang="ko-KR" altLang="en-US" dirty="0"/>
              <a:t>이름</a:t>
            </a:r>
            <a:r>
              <a:rPr lang="en-US" altLang="ko-KR" dirty="0"/>
              <a:t>”) </a:t>
            </a:r>
            <a:r>
              <a:rPr lang="ko-KR" altLang="en-US" dirty="0"/>
              <a:t>매개변수</a:t>
            </a:r>
            <a:r>
              <a:rPr lang="en-US" altLang="ko-KR" dirty="0"/>
              <a:t>) {</a:t>
            </a:r>
          </a:p>
          <a:p>
            <a:pPr marL="914400" lvl="2" indent="0">
              <a:buNone/>
            </a:pPr>
            <a:r>
              <a:rPr lang="en-US" altLang="ko-KR" dirty="0"/>
              <a:t>Try{ </a:t>
            </a:r>
            <a:r>
              <a:rPr lang="ko-KR" altLang="en-US" dirty="0" err="1"/>
              <a:t>비지니스로직실행</a:t>
            </a:r>
            <a:r>
              <a:rPr lang="en-US" altLang="ko-KR" dirty="0"/>
              <a:t>  } catch { </a:t>
            </a:r>
            <a:r>
              <a:rPr lang="en-US" altLang="ko-KR" dirty="0" err="1"/>
              <a:t>log.error</a:t>
            </a:r>
            <a:r>
              <a:rPr lang="en-US" altLang="ko-KR" dirty="0"/>
              <a:t> </a:t>
            </a:r>
            <a:r>
              <a:rPr lang="ko-KR" altLang="en-US" dirty="0"/>
              <a:t>출력 </a:t>
            </a:r>
            <a:r>
              <a:rPr lang="en-US" altLang="ko-KR" dirty="0"/>
              <a:t>}</a:t>
            </a:r>
          </a:p>
          <a:p>
            <a:pPr marL="914400" lvl="2" indent="0">
              <a:buNone/>
            </a:pPr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 err="1"/>
              <a:t>객체키</a:t>
            </a:r>
            <a:r>
              <a:rPr lang="en-US" altLang="ko-KR" dirty="0"/>
              <a:t>1”, </a:t>
            </a:r>
            <a:r>
              <a:rPr lang="ko-KR" altLang="en-US" dirty="0"/>
              <a:t>객체</a:t>
            </a:r>
            <a:r>
              <a:rPr lang="en-US" altLang="ko-KR" dirty="0"/>
              <a:t>1</a:t>
            </a:r>
            <a:r>
              <a:rPr lang="ko-KR" altLang="en-US" dirty="0"/>
              <a:t>값</a:t>
            </a:r>
            <a:r>
              <a:rPr lang="en-US" altLang="ko-KR" dirty="0"/>
              <a:t>);</a:t>
            </a:r>
          </a:p>
          <a:p>
            <a:pPr marL="914400" lvl="2" indent="0">
              <a:buNone/>
            </a:pPr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 err="1"/>
              <a:t>객체키</a:t>
            </a:r>
            <a:r>
              <a:rPr lang="en-US" altLang="ko-KR" dirty="0"/>
              <a:t>2”, </a:t>
            </a:r>
            <a:r>
              <a:rPr lang="ko-KR" altLang="en-US" dirty="0"/>
              <a:t>객체</a:t>
            </a:r>
            <a:r>
              <a:rPr lang="en-US" altLang="ko-KR" dirty="0"/>
              <a:t>2</a:t>
            </a:r>
            <a:r>
              <a:rPr lang="ko-KR" altLang="en-US" dirty="0"/>
              <a:t>값</a:t>
            </a:r>
            <a:r>
              <a:rPr lang="en-US" altLang="ko-KR" dirty="0"/>
              <a:t>);</a:t>
            </a:r>
          </a:p>
          <a:p>
            <a:pPr marL="914400" lvl="2" indent="0">
              <a:buNone/>
            </a:pPr>
            <a:r>
              <a:rPr lang="en-US" altLang="ko-KR" dirty="0"/>
              <a:t>Return “</a:t>
            </a:r>
            <a:r>
              <a:rPr lang="ko-KR" altLang="en-US" dirty="0" err="1"/>
              <a:t>화면템플릿파일경로</a:t>
            </a:r>
            <a:r>
              <a:rPr lang="en-US" altLang="ko-KR" dirty="0"/>
              <a:t>|redirect:</a:t>
            </a:r>
            <a:r>
              <a:rPr lang="ko-KR" altLang="en-US" dirty="0" err="1"/>
              <a:t>리다이렉트주소</a:t>
            </a:r>
            <a:r>
              <a:rPr lang="en-US" altLang="ko-KR" dirty="0"/>
              <a:t>(</a:t>
            </a:r>
            <a:r>
              <a:rPr lang="ko-KR" altLang="en-US" dirty="0"/>
              <a:t>상대경로</a:t>
            </a:r>
            <a:r>
              <a:rPr lang="en-US" altLang="ko-KR" dirty="0"/>
              <a:t>)”;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511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A72B-446C-4CC5-8B59-FD4AB03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</a:t>
            </a:r>
            <a:r>
              <a:rPr lang="ko-KR" altLang="en-US" dirty="0"/>
              <a:t> </a:t>
            </a:r>
            <a:r>
              <a:rPr lang="en-US" altLang="ko-KR" dirty="0"/>
              <a:t>MVC </a:t>
            </a:r>
            <a:r>
              <a:rPr lang="ko-KR" altLang="en-US" dirty="0"/>
              <a:t>패턴 </a:t>
            </a:r>
            <a:r>
              <a:rPr lang="en-US" altLang="ko-KR" dirty="0"/>
              <a:t>Service </a:t>
            </a:r>
            <a:r>
              <a:rPr lang="ko-KR" altLang="en-US" dirty="0"/>
              <a:t>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AEEA-3D7E-4FA9-8ABD-67D49E18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/>
              <a:t>@Service</a:t>
            </a:r>
          </a:p>
          <a:p>
            <a:pPr marL="0" indent="0">
              <a:buNone/>
            </a:pPr>
            <a:r>
              <a:rPr lang="en-US" altLang="ko-KR" dirty="0"/>
              <a:t>Public class </a:t>
            </a:r>
            <a:r>
              <a:rPr lang="en-US" altLang="ko-KR" dirty="0" err="1"/>
              <a:t>CoffeeService</a:t>
            </a:r>
            <a:r>
              <a:rPr lang="en-US" altLang="ko-KR" dirty="0"/>
              <a:t> {</a:t>
            </a:r>
          </a:p>
          <a:p>
            <a:pPr marL="457200" lvl="1" indent="0">
              <a:buNone/>
            </a:pPr>
            <a:r>
              <a:rPr lang="en-US" altLang="ko-KR" dirty="0"/>
              <a:t>@Autowired</a:t>
            </a:r>
          </a:p>
          <a:p>
            <a:pPr marL="457200" lvl="1" indent="0">
              <a:buNone/>
            </a:pPr>
            <a:r>
              <a:rPr lang="en-US" altLang="ko-KR" dirty="0"/>
              <a:t>Private </a:t>
            </a:r>
            <a:r>
              <a:rPr lang="en-US" altLang="ko-KR" dirty="0" err="1"/>
              <a:t>CoffeeMybatisMapper</a:t>
            </a:r>
            <a:r>
              <a:rPr lang="en-US" altLang="ko-KR" dirty="0"/>
              <a:t> coffee</a:t>
            </a:r>
            <a:r>
              <a:rPr lang="ko-KR" altLang="en-US" dirty="0"/>
              <a:t>멤버변수명</a:t>
            </a:r>
            <a:r>
              <a:rPr lang="en-US" altLang="ko-KR" dirty="0"/>
              <a:t>;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Public </a:t>
            </a:r>
            <a:r>
              <a:rPr lang="ko-KR" altLang="en-US" dirty="0" err="1"/>
              <a:t>리턴데이터형</a:t>
            </a:r>
            <a:r>
              <a:rPr lang="en-US" altLang="ko-KR" dirty="0"/>
              <a:t> CRUD</a:t>
            </a:r>
            <a:r>
              <a:rPr lang="ko-KR" altLang="en-US" dirty="0"/>
              <a:t>메소드</a:t>
            </a:r>
            <a:r>
              <a:rPr lang="en-US" altLang="ko-KR" dirty="0"/>
              <a:t>(</a:t>
            </a:r>
            <a:r>
              <a:rPr lang="ko-KR" altLang="en-US" dirty="0" err="1"/>
              <a:t>화면에서받은매개변수클래스</a:t>
            </a:r>
            <a:r>
              <a:rPr lang="en-US" altLang="ko-KR" dirty="0"/>
              <a:t>) throws </a:t>
            </a:r>
            <a:r>
              <a:rPr lang="ko-KR" altLang="en-US" dirty="0"/>
              <a:t>예외클래스</a:t>
            </a:r>
            <a:r>
              <a:rPr lang="en-US" altLang="ko-KR" dirty="0"/>
              <a:t> {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비즈니스 로직 실행 </a:t>
            </a:r>
            <a:r>
              <a:rPr lang="en-US" altLang="ko-KR" dirty="0"/>
              <a:t>(coffee</a:t>
            </a:r>
            <a:r>
              <a:rPr lang="ko-KR" altLang="en-US" dirty="0"/>
              <a:t>멤버변수명</a:t>
            </a:r>
            <a:r>
              <a:rPr lang="en-US" altLang="ko-KR" dirty="0"/>
              <a:t>.CRUD</a:t>
            </a:r>
            <a:r>
              <a:rPr lang="ko-KR" altLang="en-US" dirty="0"/>
              <a:t>메소드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);)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ko-KR" altLang="en-US" dirty="0" err="1"/>
              <a:t>상세에러로그를</a:t>
            </a:r>
            <a:r>
              <a:rPr lang="ko-KR" altLang="en-US" dirty="0"/>
              <a:t> </a:t>
            </a:r>
            <a:r>
              <a:rPr lang="ko-KR" altLang="en-US" dirty="0" err="1"/>
              <a:t>출력할려면</a:t>
            </a:r>
            <a:r>
              <a:rPr lang="ko-KR" altLang="en-US" dirty="0"/>
              <a:t> </a:t>
            </a:r>
            <a:r>
              <a:rPr lang="en-US" altLang="ko-KR" dirty="0"/>
              <a:t>try{}catch{} </a:t>
            </a:r>
            <a:r>
              <a:rPr lang="ko-KR" altLang="en-US" dirty="0" err="1"/>
              <a:t>사용가능하다</a:t>
            </a:r>
            <a:r>
              <a:rPr lang="en-US" altLang="ko-KR" dirty="0"/>
              <a:t>. </a:t>
            </a:r>
            <a:r>
              <a:rPr lang="ko-KR" altLang="en-US" dirty="0"/>
              <a:t>다만 예외를 </a:t>
            </a:r>
            <a:r>
              <a:rPr lang="en-US" altLang="ko-KR" dirty="0"/>
              <a:t>Controller </a:t>
            </a:r>
            <a:r>
              <a:rPr lang="ko-KR" altLang="en-US" dirty="0"/>
              <a:t>로 던져야 한다</a:t>
            </a:r>
            <a:r>
              <a:rPr lang="en-US" altLang="ko-KR" dirty="0"/>
              <a:t>.</a:t>
            </a:r>
          </a:p>
          <a:p>
            <a:pPr marL="914400" lvl="2" indent="0">
              <a:buNone/>
            </a:pPr>
            <a:r>
              <a:rPr lang="en-US" altLang="ko-KR" dirty="0"/>
              <a:t>Return </a:t>
            </a:r>
            <a:r>
              <a:rPr lang="ko-KR" altLang="en-US" dirty="0" err="1"/>
              <a:t>리턴데이터형</a:t>
            </a:r>
            <a:r>
              <a:rPr lang="en-US" altLang="ko-KR" dirty="0"/>
              <a:t>;</a:t>
            </a:r>
          </a:p>
          <a:p>
            <a:pPr marL="457200" lvl="1" indent="0">
              <a:buNone/>
            </a:pPr>
            <a:r>
              <a:rPr lang="en-US" altLang="ko-KR" dirty="0"/>
              <a:t>}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562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A72B-446C-4CC5-8B59-FD4AB03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</a:t>
            </a:r>
            <a:r>
              <a:rPr lang="ko-KR" altLang="en-US" dirty="0"/>
              <a:t> </a:t>
            </a:r>
            <a:r>
              <a:rPr lang="en-US" altLang="ko-KR" dirty="0"/>
              <a:t>MVC </a:t>
            </a:r>
            <a:r>
              <a:rPr lang="ko-KR" altLang="en-US" dirty="0"/>
              <a:t>패턴 </a:t>
            </a:r>
            <a:r>
              <a:rPr lang="en-US" altLang="ko-KR" dirty="0" err="1"/>
              <a:t>MybatisMapper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AEEA-3D7E-4FA9-8ABD-67D49E18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@Mapper</a:t>
            </a:r>
          </a:p>
          <a:p>
            <a:pPr marL="0" indent="0">
              <a:buNone/>
            </a:pPr>
            <a:r>
              <a:rPr lang="en-US" altLang="ko-KR" dirty="0"/>
              <a:t>public interface </a:t>
            </a:r>
            <a:r>
              <a:rPr lang="en-US" altLang="ko-KR" dirty="0" err="1"/>
              <a:t>CoffeeMybatisMapper</a:t>
            </a:r>
            <a:r>
              <a:rPr lang="en-US" altLang="ko-KR" dirty="0"/>
              <a:t> {</a:t>
            </a:r>
          </a:p>
          <a:p>
            <a:pPr marL="457200" lvl="1" indent="0">
              <a:buNone/>
            </a:pPr>
            <a:r>
              <a:rPr lang="en-US" altLang="ko-KR" dirty="0"/>
              <a:t>public </a:t>
            </a:r>
            <a:r>
              <a:rPr lang="ko-KR" altLang="en-US" dirty="0" err="1"/>
              <a:t>리턴데이터형</a:t>
            </a:r>
            <a:r>
              <a:rPr lang="ko-KR" altLang="en-US" dirty="0"/>
              <a:t> </a:t>
            </a:r>
            <a:r>
              <a:rPr lang="en-US" altLang="ko-KR" dirty="0"/>
              <a:t>CRUD</a:t>
            </a:r>
            <a:r>
              <a:rPr lang="ko-KR" altLang="en-US" dirty="0"/>
              <a:t>메소드</a:t>
            </a:r>
            <a:r>
              <a:rPr lang="en-US" altLang="ko-KR" dirty="0"/>
              <a:t>(</a:t>
            </a:r>
            <a:r>
              <a:rPr lang="ko-KR" altLang="en-US" dirty="0" err="1"/>
              <a:t>화면에서받은매개변수클래스</a:t>
            </a:r>
            <a:r>
              <a:rPr lang="en-US" altLang="ko-KR" dirty="0"/>
              <a:t>);</a:t>
            </a:r>
          </a:p>
          <a:p>
            <a:pPr marL="457200" lvl="1" indent="0">
              <a:buNone/>
            </a:pPr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void</a:t>
            </a:r>
            <a:r>
              <a:rPr lang="ko-KR" altLang="en-US" dirty="0"/>
              <a:t> </a:t>
            </a:r>
            <a:r>
              <a:rPr lang="en-US" altLang="ko-KR" dirty="0"/>
              <a:t>insert(</a:t>
            </a:r>
            <a:r>
              <a:rPr lang="en-US" altLang="ko-KR" dirty="0" err="1"/>
              <a:t>CoffeeDto</a:t>
            </a:r>
            <a:r>
              <a:rPr lang="en-US" altLang="ko-KR" dirty="0"/>
              <a:t> </a:t>
            </a:r>
            <a:r>
              <a:rPr lang="en-US" altLang="ko-KR" dirty="0" err="1"/>
              <a:t>dto</a:t>
            </a:r>
            <a:r>
              <a:rPr lang="en-US" altLang="ko-KR" dirty="0"/>
              <a:t>);</a:t>
            </a:r>
          </a:p>
          <a:p>
            <a:pPr marL="457200" lvl="1" indent="0">
              <a:buNone/>
            </a:pPr>
            <a:r>
              <a:rPr lang="en-US" altLang="ko-KR" dirty="0"/>
              <a:t>public List&lt;</a:t>
            </a:r>
            <a:r>
              <a:rPr lang="en-US" altLang="ko-KR" dirty="0" err="1"/>
              <a:t>CoffeDto</a:t>
            </a:r>
            <a:r>
              <a:rPr lang="en-US" altLang="ko-KR" dirty="0"/>
              <a:t>&gt; </a:t>
            </a:r>
            <a:r>
              <a:rPr lang="en-US" altLang="ko-KR" dirty="0" err="1"/>
              <a:t>findByNameContains</a:t>
            </a:r>
            <a:r>
              <a:rPr lang="en-US" altLang="ko-KR" dirty="0"/>
              <a:t>(</a:t>
            </a:r>
            <a:r>
              <a:rPr lang="en-US" altLang="ko-KR" dirty="0" err="1"/>
              <a:t>SearchReqeustDto</a:t>
            </a:r>
            <a:r>
              <a:rPr lang="en-US" altLang="ko-KR" dirty="0"/>
              <a:t> </a:t>
            </a:r>
            <a:r>
              <a:rPr lang="en-US" altLang="ko-KR" dirty="0" err="1"/>
              <a:t>dto</a:t>
            </a:r>
            <a:r>
              <a:rPr lang="en-US" altLang="ko-KR" dirty="0"/>
              <a:t>);</a:t>
            </a:r>
          </a:p>
          <a:p>
            <a:pPr marL="457200" lvl="1" indent="0">
              <a:buNone/>
            </a:pPr>
            <a:r>
              <a:rPr lang="en-US" altLang="ko-KR" dirty="0"/>
              <a:t>public </a:t>
            </a:r>
            <a:r>
              <a:rPr lang="en-US" altLang="ko-KR" dirty="0" err="1"/>
              <a:t>CoffeDto</a:t>
            </a:r>
            <a:r>
              <a:rPr lang="en-US" altLang="ko-KR" dirty="0"/>
              <a:t> </a:t>
            </a:r>
            <a:r>
              <a:rPr lang="en-US" altLang="ko-KR" dirty="0" err="1"/>
              <a:t>findById</a:t>
            </a:r>
            <a:r>
              <a:rPr lang="en-US" altLang="ko-KR" dirty="0"/>
              <a:t>(Long id);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465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A72B-446C-4CC5-8B59-FD4AB03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</a:t>
            </a:r>
            <a:r>
              <a:rPr lang="ko-KR" altLang="en-US" dirty="0"/>
              <a:t> </a:t>
            </a:r>
            <a:r>
              <a:rPr lang="en-US" altLang="ko-KR" dirty="0"/>
              <a:t>MVC </a:t>
            </a:r>
            <a:r>
              <a:rPr lang="ko-KR" altLang="en-US" dirty="0"/>
              <a:t>패턴 </a:t>
            </a:r>
            <a:r>
              <a:rPr lang="en-US" altLang="ko-KR" dirty="0" err="1"/>
              <a:t>Mybatis</a:t>
            </a:r>
            <a:r>
              <a:rPr lang="en-US" altLang="ko-KR" dirty="0"/>
              <a:t> 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AEEA-3D7E-4FA9-8ABD-67D49E184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8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/main/resources/mapper/coffee/coffee_mysql.xml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86169-F292-41C8-8F8F-F82784B4BA0B}"/>
              </a:ext>
            </a:extLst>
          </p:cNvPr>
          <p:cNvSpPr txBox="1"/>
          <p:nvPr/>
        </p:nvSpPr>
        <p:spPr>
          <a:xfrm>
            <a:off x="838200" y="2323750"/>
            <a:ext cx="7215437" cy="5747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&lt;?xml version="1.0" encoding="UTF-8"?&gt;</a:t>
            </a:r>
          </a:p>
          <a:p>
            <a:r>
              <a:rPr lang="en-US" altLang="ko-KR" sz="1050" dirty="0"/>
              <a:t>&lt;!DOCTYPE mapper PUBLIC "-//mybatis.org//DTD Mapper 3.0//EN"</a:t>
            </a:r>
          </a:p>
          <a:p>
            <a:r>
              <a:rPr lang="en-US" altLang="ko-KR" sz="1050" dirty="0"/>
              <a:t>        "http://mybatis.org/</a:t>
            </a:r>
            <a:r>
              <a:rPr lang="en-US" altLang="ko-KR" sz="1050" dirty="0" err="1"/>
              <a:t>dtd</a:t>
            </a:r>
            <a:r>
              <a:rPr lang="en-US" altLang="ko-KR" sz="1050" dirty="0"/>
              <a:t>/mybatis-3-mapper.dtd"&gt;</a:t>
            </a:r>
          </a:p>
          <a:p>
            <a:r>
              <a:rPr lang="en-US" altLang="ko-KR" sz="1050" dirty="0"/>
              <a:t>&lt;mapper namespace="</a:t>
            </a:r>
            <a:r>
              <a:rPr lang="ko-KR" altLang="en-US" sz="1050" dirty="0"/>
              <a:t>패키지명</a:t>
            </a:r>
            <a:r>
              <a:rPr lang="en-US" altLang="ko-KR" sz="1050" dirty="0"/>
              <a:t>.</a:t>
            </a:r>
            <a:r>
              <a:rPr lang="en-US" altLang="ko-KR" sz="1050" dirty="0" err="1"/>
              <a:t>CoffeeMybatisMapper</a:t>
            </a:r>
            <a:r>
              <a:rPr lang="ko-KR" altLang="en-US" sz="1050" dirty="0"/>
              <a:t>인터페이스명</a:t>
            </a:r>
            <a:r>
              <a:rPr lang="en-US" altLang="ko-KR" sz="1050" dirty="0"/>
              <a:t>"&gt;</a:t>
            </a:r>
          </a:p>
          <a:p>
            <a:r>
              <a:rPr lang="en-US" altLang="ko-KR" sz="1050" dirty="0"/>
              <a:t>	&lt;insert id="</a:t>
            </a:r>
            <a:r>
              <a:rPr lang="en-US" altLang="ko-KR" sz="1050" dirty="0" err="1"/>
              <a:t>insertCoffee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parameterType</a:t>
            </a:r>
            <a:r>
              <a:rPr lang="en-US" altLang="ko-KR" sz="1050" dirty="0"/>
              <a:t>="</a:t>
            </a:r>
            <a:r>
              <a:rPr lang="en-US" altLang="ko-KR" sz="1050" dirty="0" err="1"/>
              <a:t>CoffeeDto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useGeneratedKeys</a:t>
            </a:r>
            <a:r>
              <a:rPr lang="en-US" altLang="ko-KR" sz="1050" dirty="0"/>
              <a:t>="true" </a:t>
            </a:r>
            <a:r>
              <a:rPr lang="en-US" altLang="ko-KR" sz="1050" dirty="0" err="1"/>
              <a:t>keyProperty</a:t>
            </a:r>
            <a:r>
              <a:rPr lang="en-US" altLang="ko-KR" sz="1050" dirty="0"/>
              <a:t>="id"&gt;</a:t>
            </a:r>
          </a:p>
          <a:p>
            <a:r>
              <a:rPr lang="en-US" altLang="ko-KR" sz="1050" dirty="0"/>
              <a:t>		INSERT INTO </a:t>
            </a:r>
            <a:r>
              <a:rPr lang="en-US" altLang="ko-KR" sz="1050" dirty="0" err="1"/>
              <a:t>coffe_tbl</a:t>
            </a:r>
            <a:r>
              <a:rPr lang="en-US" altLang="ko-KR" sz="1050" dirty="0"/>
              <a:t> (name, </a:t>
            </a:r>
            <a:r>
              <a:rPr lang="ko-KR" altLang="en-US" sz="1050" dirty="0" err="1"/>
              <a:t>컬러명</a:t>
            </a:r>
            <a:r>
              <a:rPr lang="en-US" altLang="ko-KR" sz="1050" dirty="0"/>
              <a:t>, ...)</a:t>
            </a:r>
          </a:p>
          <a:p>
            <a:r>
              <a:rPr lang="en-US" altLang="ko-KR" sz="1050" dirty="0"/>
              <a:t>		VALUES (#{name}, #{CoffeeDto</a:t>
            </a:r>
            <a:r>
              <a:rPr lang="ko-KR" altLang="en-US" sz="1050" dirty="0"/>
              <a:t>의 멤버변수명</a:t>
            </a:r>
            <a:r>
              <a:rPr lang="en-US" altLang="ko-KR" sz="1050" dirty="0"/>
              <a:t>}, ...)</a:t>
            </a:r>
          </a:p>
          <a:p>
            <a:r>
              <a:rPr lang="en-US" altLang="ko-KR" sz="1050" dirty="0"/>
              <a:t>	&lt;/insert&gt;</a:t>
            </a:r>
          </a:p>
          <a:p>
            <a:r>
              <a:rPr lang="en-US" altLang="ko-KR" sz="1050" dirty="0"/>
              <a:t>	</a:t>
            </a:r>
          </a:p>
          <a:p>
            <a:r>
              <a:rPr lang="en-US" altLang="ko-KR" sz="1050" dirty="0"/>
              <a:t>	&lt;select id="</a:t>
            </a:r>
            <a:r>
              <a:rPr lang="en-US" altLang="ko-KR" sz="1050" dirty="0" err="1"/>
              <a:t>findByNameContains</a:t>
            </a:r>
            <a:r>
              <a:rPr lang="en-US" altLang="ko-KR" sz="1050" dirty="0"/>
              <a:t> </a:t>
            </a:r>
            <a:r>
              <a:rPr lang="en-US" altLang="ko-KR" sz="1050" dirty="0" err="1"/>
              <a:t>parameterType</a:t>
            </a:r>
            <a:r>
              <a:rPr lang="en-US" altLang="ko-KR" sz="1050" dirty="0"/>
              <a:t>="</a:t>
            </a:r>
            <a:r>
              <a:rPr lang="en-US" altLang="ko-KR" sz="1050" dirty="0" err="1"/>
              <a:t>SearchRequestDto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resultType</a:t>
            </a:r>
            <a:r>
              <a:rPr lang="en-US" altLang="ko-KR" sz="1050" dirty="0"/>
              <a:t>="</a:t>
            </a:r>
            <a:r>
              <a:rPr lang="en-US" altLang="ko-KR" sz="1050" dirty="0" err="1"/>
              <a:t>CoffeeDto</a:t>
            </a:r>
            <a:r>
              <a:rPr lang="en-US" altLang="ko-KR" sz="1050" dirty="0"/>
              <a:t>"&gt;</a:t>
            </a:r>
          </a:p>
          <a:p>
            <a:r>
              <a:rPr lang="en-US" altLang="ko-KR" sz="1050" dirty="0"/>
              <a:t>		SELECT id, name, ...</a:t>
            </a:r>
          </a:p>
          <a:p>
            <a:r>
              <a:rPr lang="en-US" altLang="ko-KR" sz="1050" dirty="0"/>
              <a:t>		FROM </a:t>
            </a:r>
            <a:r>
              <a:rPr lang="en-US" altLang="ko-KR" sz="1050" dirty="0" err="1"/>
              <a:t>coffe_tbl</a:t>
            </a:r>
            <a:endParaRPr lang="en-US" altLang="ko-KR" sz="1050" dirty="0"/>
          </a:p>
          <a:p>
            <a:r>
              <a:rPr lang="en-US" altLang="ko-KR" sz="1050" dirty="0"/>
              <a:t>		WHERE </a:t>
            </a:r>
            <a:r>
              <a:rPr lang="en-US" altLang="ko-KR" sz="1050" dirty="0" err="1"/>
              <a:t>SearchRequestDto</a:t>
            </a:r>
            <a:r>
              <a:rPr lang="ko-KR" altLang="en-US" sz="1050" dirty="0"/>
              <a:t>의 멤버변수 활용하여 조건문 작성</a:t>
            </a:r>
          </a:p>
          <a:p>
            <a:r>
              <a:rPr lang="ko-KR" altLang="en-US" sz="1050" dirty="0"/>
              <a:t>		</a:t>
            </a:r>
            <a:r>
              <a:rPr lang="en-US" altLang="ko-KR" sz="1050" dirty="0"/>
              <a:t>ORDER BY </a:t>
            </a:r>
            <a:r>
              <a:rPr lang="ko-KR" altLang="en-US" sz="1050" dirty="0"/>
              <a:t>컬럼</a:t>
            </a:r>
          </a:p>
          <a:p>
            <a:r>
              <a:rPr lang="ko-KR" altLang="en-US" sz="1050" dirty="0"/>
              <a:t>		</a:t>
            </a:r>
            <a:r>
              <a:rPr lang="en-US" altLang="ko-KR" sz="1050" dirty="0"/>
              <a:t>LIMIT #{</a:t>
            </a:r>
            <a:r>
              <a:rPr lang="ko-KR" altLang="en-US" sz="1050" dirty="0" err="1"/>
              <a:t>페이지당행수</a:t>
            </a:r>
            <a:r>
              <a:rPr lang="en-US" altLang="ko-KR" sz="1050" dirty="0"/>
              <a:t>} OFFSET #{</a:t>
            </a:r>
            <a:r>
              <a:rPr lang="ko-KR" altLang="en-US" sz="1050" dirty="0" err="1"/>
              <a:t>시작행인덱스</a:t>
            </a:r>
            <a:r>
              <a:rPr lang="en-US" altLang="ko-KR" sz="1050" dirty="0"/>
              <a:t>}</a:t>
            </a:r>
          </a:p>
          <a:p>
            <a:r>
              <a:rPr lang="en-US" altLang="ko-KR" sz="1050" dirty="0"/>
              <a:t>	&lt;/select&gt;</a:t>
            </a:r>
          </a:p>
          <a:p>
            <a:r>
              <a:rPr lang="en-US" altLang="ko-KR" sz="1050" dirty="0"/>
              <a:t>	</a:t>
            </a:r>
          </a:p>
          <a:p>
            <a:r>
              <a:rPr lang="en-US" altLang="ko-KR" sz="1050" dirty="0"/>
              <a:t>	&lt;select id="</a:t>
            </a:r>
            <a:r>
              <a:rPr lang="en-US" altLang="ko-KR" sz="1050" dirty="0" err="1"/>
              <a:t>findById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parameterType</a:t>
            </a:r>
            <a:r>
              <a:rPr lang="en-US" altLang="ko-KR" sz="1050" dirty="0"/>
              <a:t>="Long" </a:t>
            </a:r>
            <a:r>
              <a:rPr lang="en-US" altLang="ko-KR" sz="1050" dirty="0" err="1"/>
              <a:t>resultType</a:t>
            </a:r>
            <a:r>
              <a:rPr lang="en-US" altLang="ko-KR" sz="1050" dirty="0"/>
              <a:t>="</a:t>
            </a:r>
            <a:r>
              <a:rPr lang="en-US" altLang="ko-KR" sz="1050" dirty="0" err="1"/>
              <a:t>CoffeeDto</a:t>
            </a:r>
            <a:r>
              <a:rPr lang="en-US" altLang="ko-KR" sz="1050" dirty="0"/>
              <a:t>"&gt;</a:t>
            </a:r>
          </a:p>
          <a:p>
            <a:r>
              <a:rPr lang="en-US" altLang="ko-KR" sz="1050" dirty="0"/>
              <a:t>		SELECT id, name, ...</a:t>
            </a:r>
          </a:p>
          <a:p>
            <a:r>
              <a:rPr lang="en-US" altLang="ko-KR" sz="1050" dirty="0"/>
              <a:t>		FROM </a:t>
            </a:r>
            <a:r>
              <a:rPr lang="en-US" altLang="ko-KR" sz="1050" dirty="0" err="1"/>
              <a:t>coffe_tbl</a:t>
            </a:r>
            <a:endParaRPr lang="en-US" altLang="ko-KR" sz="1050" dirty="0"/>
          </a:p>
          <a:p>
            <a:r>
              <a:rPr lang="en-US" altLang="ko-KR" sz="1050" dirty="0"/>
              <a:t>		WHERE id = #{id}</a:t>
            </a:r>
          </a:p>
          <a:p>
            <a:r>
              <a:rPr lang="en-US" altLang="ko-KR" sz="1050" dirty="0"/>
              <a:t>	&lt;/select&gt;</a:t>
            </a:r>
          </a:p>
          <a:p>
            <a:r>
              <a:rPr lang="en-US" altLang="ko-KR" sz="1050" dirty="0"/>
              <a:t>	</a:t>
            </a:r>
          </a:p>
          <a:p>
            <a:r>
              <a:rPr lang="en-US" altLang="ko-KR" sz="1050" dirty="0"/>
              <a:t>	&lt;update id="</a:t>
            </a:r>
            <a:r>
              <a:rPr lang="en-US" altLang="ko-KR" sz="1050" dirty="0" err="1"/>
              <a:t>updateCoffee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parameterType</a:t>
            </a:r>
            <a:r>
              <a:rPr lang="en-US" altLang="ko-KR" sz="1050" dirty="0"/>
              <a:t>="</a:t>
            </a:r>
            <a:r>
              <a:rPr lang="en-US" altLang="ko-KR" sz="1050" dirty="0" err="1"/>
              <a:t>CoffeeDto</a:t>
            </a:r>
            <a:r>
              <a:rPr lang="en-US" altLang="ko-KR" sz="1050" dirty="0"/>
              <a:t>"&gt;</a:t>
            </a:r>
          </a:p>
          <a:p>
            <a:r>
              <a:rPr lang="en-US" altLang="ko-KR" sz="1050" dirty="0"/>
              <a:t>		UPDATE </a:t>
            </a:r>
            <a:r>
              <a:rPr lang="en-US" altLang="ko-KR" sz="1050" dirty="0" err="1"/>
              <a:t>coffe_tbl</a:t>
            </a:r>
            <a:r>
              <a:rPr lang="en-US" altLang="ko-KR" sz="1050" dirty="0"/>
              <a:t> SET</a:t>
            </a:r>
          </a:p>
          <a:p>
            <a:r>
              <a:rPr lang="en-US" altLang="ko-KR" sz="1050" dirty="0"/>
              <a:t>			</a:t>
            </a:r>
            <a:r>
              <a:rPr lang="ko-KR" altLang="en-US" sz="1050" dirty="0"/>
              <a:t>컬럼 </a:t>
            </a:r>
            <a:r>
              <a:rPr lang="en-US" altLang="ko-KR" sz="1050" dirty="0"/>
              <a:t>= #{CoffeeDto</a:t>
            </a:r>
            <a:r>
              <a:rPr lang="ko-KR" altLang="en-US" sz="1050" dirty="0"/>
              <a:t>의 멤버변수명</a:t>
            </a:r>
            <a:r>
              <a:rPr lang="en-US" altLang="ko-KR" sz="1050" dirty="0"/>
              <a:t>}</a:t>
            </a:r>
          </a:p>
          <a:p>
            <a:r>
              <a:rPr lang="en-US" altLang="ko-KR" sz="1050" dirty="0"/>
              <a:t>			, </a:t>
            </a:r>
            <a:r>
              <a:rPr lang="ko-KR" altLang="en-US" sz="1050" dirty="0"/>
              <a:t>컬럼 </a:t>
            </a:r>
            <a:r>
              <a:rPr lang="en-US" altLang="ko-KR" sz="1050" dirty="0"/>
              <a:t>= #{CoffeeDto</a:t>
            </a:r>
            <a:r>
              <a:rPr lang="ko-KR" altLang="en-US" sz="1050" dirty="0"/>
              <a:t>의 멤버변수명</a:t>
            </a:r>
            <a:r>
              <a:rPr lang="en-US" altLang="ko-KR" sz="1050" dirty="0"/>
              <a:t>}</a:t>
            </a:r>
          </a:p>
          <a:p>
            <a:r>
              <a:rPr lang="en-US" altLang="ko-KR" sz="1050" dirty="0"/>
              <a:t>		WHERE id = #{id}</a:t>
            </a:r>
          </a:p>
          <a:p>
            <a:r>
              <a:rPr lang="en-US" altLang="ko-KR" sz="1050" dirty="0"/>
              <a:t>	&lt;/update&gt;</a:t>
            </a:r>
          </a:p>
          <a:p>
            <a:r>
              <a:rPr lang="en-US" altLang="ko-KR" sz="1050" dirty="0"/>
              <a:t>	</a:t>
            </a:r>
          </a:p>
          <a:p>
            <a:r>
              <a:rPr lang="en-US" altLang="ko-KR" sz="1050" dirty="0"/>
              <a:t>	&lt;delete id="</a:t>
            </a:r>
            <a:r>
              <a:rPr lang="en-US" altLang="ko-KR" sz="1050" dirty="0" err="1"/>
              <a:t>deleteCoffee</a:t>
            </a:r>
            <a:r>
              <a:rPr lang="en-US" altLang="ko-KR" sz="1050" dirty="0"/>
              <a:t>" </a:t>
            </a:r>
            <a:r>
              <a:rPr lang="en-US" altLang="ko-KR" sz="1050" dirty="0" err="1"/>
              <a:t>parameterType</a:t>
            </a:r>
            <a:r>
              <a:rPr lang="en-US" altLang="ko-KR" sz="1050" dirty="0"/>
              <a:t>="Long"&gt;</a:t>
            </a:r>
          </a:p>
          <a:p>
            <a:r>
              <a:rPr lang="en-US" altLang="ko-KR" sz="1050" dirty="0"/>
              <a:t>		DELETE FROM </a:t>
            </a:r>
            <a:r>
              <a:rPr lang="en-US" altLang="ko-KR" sz="1050" dirty="0" err="1"/>
              <a:t>coffe_tbl</a:t>
            </a:r>
            <a:endParaRPr lang="en-US" altLang="ko-KR" sz="1050" dirty="0"/>
          </a:p>
          <a:p>
            <a:r>
              <a:rPr lang="en-US" altLang="ko-KR" sz="1050" dirty="0"/>
              <a:t>		WHERE id = #{id}</a:t>
            </a:r>
          </a:p>
          <a:p>
            <a:r>
              <a:rPr lang="en-US" altLang="ko-KR" sz="1050" dirty="0"/>
              <a:t>	&lt;/delete&gt;</a:t>
            </a:r>
          </a:p>
          <a:p>
            <a:r>
              <a:rPr lang="en-US" altLang="ko-KR" sz="1050" dirty="0"/>
              <a:t>&lt;/mapper&gt;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8223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92677-6FF2-42C9-BC71-D69794FE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 (insert </a:t>
            </a:r>
            <a:r>
              <a:rPr lang="ko-KR" altLang="en-US" dirty="0"/>
              <a:t>화면</a:t>
            </a:r>
            <a:r>
              <a:rPr lang="en-US" altLang="ko-KR" dirty="0"/>
              <a:t>, insert action)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29C5E3-3154-49A1-AFE4-8E8560958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err="1"/>
              <a:t>웹화면템플릿</a:t>
            </a:r>
            <a:r>
              <a:rPr lang="ko-KR" altLang="en-US" dirty="0"/>
              <a:t> </a:t>
            </a:r>
            <a:r>
              <a:rPr lang="en-US" altLang="ko-KR" dirty="0"/>
              <a:t>(Mustache </a:t>
            </a:r>
            <a:r>
              <a:rPr lang="ko-KR" altLang="en-US" dirty="0"/>
              <a:t>문법 숙지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테이블의 컬럼 중에서 사용자가 키보드나 마우스로 입력하여 만드는 컬럼의 값을 </a:t>
            </a:r>
            <a:r>
              <a:rPr lang="en-US" altLang="ko-KR" dirty="0"/>
              <a:t>html &lt;form&gt; </a:t>
            </a:r>
            <a:r>
              <a:rPr lang="ko-KR" altLang="en-US" dirty="0"/>
              <a:t>태그 안에 </a:t>
            </a:r>
            <a:r>
              <a:rPr lang="en-US" altLang="ko-KR" dirty="0"/>
              <a:t>&lt;input, &lt;select, &lt;</a:t>
            </a:r>
            <a:r>
              <a:rPr lang="en-US" altLang="ko-KR" dirty="0" err="1"/>
              <a:t>textarea</a:t>
            </a:r>
            <a:r>
              <a:rPr lang="en-US" altLang="ko-KR" dirty="0"/>
              <a:t>, .. </a:t>
            </a:r>
            <a:r>
              <a:rPr lang="ko-KR" altLang="en-US" dirty="0"/>
              <a:t>화면에 출력되고 사용자가 입력 되도록 </a:t>
            </a:r>
            <a:r>
              <a:rPr lang="ko-KR" altLang="en-US" dirty="0" err="1"/>
              <a:t>화면템플릿파일을</a:t>
            </a:r>
            <a:r>
              <a:rPr lang="ko-KR" altLang="en-US" dirty="0"/>
              <a:t> 만들어야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/main/resources/templates/coffee/insert.html</a:t>
            </a:r>
          </a:p>
          <a:p>
            <a:pPr lvl="2"/>
            <a:r>
              <a:rPr lang="en-US" altLang="ko-KR" dirty="0"/>
              <a:t>&lt;form id, name, method=“post” action=“./</a:t>
            </a:r>
            <a:r>
              <a:rPr lang="en-US" altLang="ko-KR" dirty="0" err="1"/>
              <a:t>insertaction</a:t>
            </a:r>
            <a:r>
              <a:rPr lang="en-US" altLang="ko-KR" dirty="0"/>
              <a:t>”&gt;</a:t>
            </a:r>
          </a:p>
          <a:p>
            <a:r>
              <a:rPr lang="en-US" altLang="ko-KR" dirty="0"/>
              <a:t>Java Controller</a:t>
            </a:r>
          </a:p>
          <a:p>
            <a:pPr lvl="1"/>
            <a:r>
              <a:rPr lang="ko-KR" altLang="en-US" dirty="0" err="1"/>
              <a:t>웹화면템플릿을</a:t>
            </a:r>
            <a:r>
              <a:rPr lang="ko-KR" altLang="en-US" dirty="0"/>
              <a:t> 출력할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요청 주소 </a:t>
            </a:r>
            <a:r>
              <a:rPr lang="en-US" altLang="ko-KR" dirty="0"/>
              <a:t>(Get </a:t>
            </a:r>
            <a:r>
              <a:rPr lang="ko-KR" altLang="en-US" dirty="0"/>
              <a:t>방식</a:t>
            </a:r>
            <a:r>
              <a:rPr lang="en-US" altLang="ko-KR" dirty="0"/>
              <a:t>)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웹화면템플릿파일경로를</a:t>
            </a:r>
            <a:r>
              <a:rPr lang="ko-KR" altLang="en-US" dirty="0"/>
              <a:t> </a:t>
            </a:r>
            <a:r>
              <a:rPr lang="en-US" altLang="ko-KR" dirty="0"/>
              <a:t>return </a:t>
            </a:r>
            <a:r>
              <a:rPr lang="ko-KR" altLang="en-US" dirty="0"/>
              <a:t>해야 한다</a:t>
            </a:r>
            <a:r>
              <a:rPr lang="en-US" altLang="ko-KR" dirty="0"/>
              <a:t>. return “coffee/insert”;</a:t>
            </a:r>
          </a:p>
          <a:p>
            <a:pPr lvl="1"/>
            <a:r>
              <a:rPr lang="en-US" altLang="ko-KR" dirty="0"/>
              <a:t>@GetMapping(“</a:t>
            </a:r>
            <a:r>
              <a:rPr lang="ko-KR" altLang="en-US" dirty="0"/>
              <a:t>요청주소</a:t>
            </a:r>
            <a:r>
              <a:rPr lang="en-US" altLang="ko-KR" dirty="0"/>
              <a:t>”) </a:t>
            </a:r>
            <a:r>
              <a:rPr lang="ko-KR" altLang="en-US" dirty="0"/>
              <a:t>메소드 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,..) {return “coffee/insert”;}</a:t>
            </a:r>
          </a:p>
          <a:p>
            <a:pPr lvl="1"/>
            <a:r>
              <a:rPr lang="en-US" altLang="ko-KR" dirty="0"/>
              <a:t>action </a:t>
            </a:r>
            <a:r>
              <a:rPr lang="ko-KR" altLang="en-US" dirty="0"/>
              <a:t>에 대한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요청주소</a:t>
            </a:r>
            <a:r>
              <a:rPr lang="en-US" altLang="ko-KR" dirty="0"/>
              <a:t>(POST </a:t>
            </a:r>
            <a:r>
              <a:rPr lang="ko-KR" altLang="en-US" dirty="0"/>
              <a:t>방식</a:t>
            </a:r>
            <a:r>
              <a:rPr lang="en-US" altLang="ko-KR" dirty="0"/>
              <a:t>) </a:t>
            </a:r>
            <a:r>
              <a:rPr lang="ko-KR" altLang="en-US" dirty="0"/>
              <a:t>으로 전달된 화면 데이터를 </a:t>
            </a:r>
            <a:r>
              <a:rPr lang="en-US" altLang="ko-KR" dirty="0"/>
              <a:t>SQL </a:t>
            </a:r>
            <a:r>
              <a:rPr lang="ko-KR" altLang="en-US" dirty="0"/>
              <a:t>의 </a:t>
            </a:r>
            <a:r>
              <a:rPr lang="en-US" altLang="ko-KR" dirty="0"/>
              <a:t>insert </a:t>
            </a:r>
            <a:r>
              <a:rPr lang="ko-KR" altLang="en-US" dirty="0"/>
              <a:t>시켜야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@PostMapping(“actio</a:t>
            </a:r>
            <a:r>
              <a:rPr lang="ko-KR" altLang="en-US" dirty="0"/>
              <a:t>요청주소</a:t>
            </a:r>
            <a:r>
              <a:rPr lang="en-US" altLang="ko-KR" dirty="0"/>
              <a:t>”) </a:t>
            </a:r>
            <a:r>
              <a:rPr lang="ko-KR" altLang="en-US" dirty="0"/>
              <a:t>메소드 </a:t>
            </a:r>
            <a:r>
              <a:rPr lang="en-US" altLang="ko-KR" dirty="0"/>
              <a:t>(@ModelAttribute </a:t>
            </a:r>
            <a:r>
              <a:rPr lang="ko-KR" altLang="en-US" dirty="0"/>
              <a:t>매개변수</a:t>
            </a:r>
            <a:r>
              <a:rPr lang="en-US" altLang="ko-KR" dirty="0"/>
              <a:t>) {try </a:t>
            </a:r>
            <a:r>
              <a:rPr lang="ko-KR" altLang="en-US" dirty="0"/>
              <a:t>로 감싸야 한다</a:t>
            </a:r>
            <a:r>
              <a:rPr lang="en-US" altLang="ko-KR" dirty="0"/>
              <a:t>. </a:t>
            </a:r>
            <a:r>
              <a:rPr lang="en-US" altLang="ko-KR" dirty="0" err="1"/>
              <a:t>sql</a:t>
            </a:r>
            <a:r>
              <a:rPr lang="ko-KR" altLang="en-US" dirty="0"/>
              <a:t> 의 </a:t>
            </a:r>
            <a:r>
              <a:rPr lang="en-US" altLang="ko-KR" dirty="0"/>
              <a:t>insert </a:t>
            </a:r>
            <a:r>
              <a:rPr lang="ko-KR" altLang="en-US" dirty="0"/>
              <a:t>실행</a:t>
            </a:r>
            <a:r>
              <a:rPr lang="en-US" altLang="ko-KR" dirty="0"/>
              <a:t>, return “redirect:./</a:t>
            </a:r>
            <a:r>
              <a:rPr lang="ko-KR" altLang="en-US" dirty="0"/>
              <a:t>상대주소로 목록화면</a:t>
            </a:r>
            <a:r>
              <a:rPr lang="en-US" altLang="ko-KR" dirty="0"/>
              <a:t>“;}</a:t>
            </a:r>
          </a:p>
        </p:txBody>
      </p:sp>
    </p:spTree>
    <p:extLst>
      <p:ext uri="{BB962C8B-B14F-4D97-AF65-F5344CB8AC3E}">
        <p14:creationId xmlns:p14="http://schemas.microsoft.com/office/powerpoint/2010/main" val="19784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27E2A-A8B4-4674-83C8-70209152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 (1</a:t>
            </a:r>
            <a:r>
              <a:rPr lang="ko-KR" altLang="en-US" sz="4000" dirty="0"/>
              <a:t>개 조회 화면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C8EF5-0C1D-48A5-BB11-D2027055D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개 조회 화면</a:t>
            </a:r>
            <a:endParaRPr lang="en-US" altLang="ko-KR" dirty="0"/>
          </a:p>
          <a:p>
            <a:pPr lvl="1"/>
            <a:r>
              <a:rPr lang="en-US" altLang="ko-KR" dirty="0"/>
              <a:t>(*.xml </a:t>
            </a:r>
            <a:r>
              <a:rPr lang="ko-KR" altLang="en-US" dirty="0"/>
              <a:t>파일 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&lt;select id=“select</a:t>
            </a:r>
            <a:r>
              <a:rPr lang="ko-KR" altLang="en-US" dirty="0" err="1"/>
              <a:t>메소드명</a:t>
            </a:r>
            <a:r>
              <a:rPr lang="en-US" altLang="ko-KR" dirty="0"/>
              <a:t>” </a:t>
            </a:r>
            <a:r>
              <a:rPr lang="en-US" altLang="ko-KR" dirty="0" err="1"/>
              <a:t>parameterType</a:t>
            </a:r>
            <a:r>
              <a:rPr lang="en-US" altLang="ko-KR" dirty="0"/>
              <a:t>=“</a:t>
            </a:r>
            <a:r>
              <a:rPr lang="ko-KR" altLang="en-US" dirty="0" err="1"/>
              <a:t>매개변수클래스명</a:t>
            </a:r>
            <a:r>
              <a:rPr lang="en-US" altLang="ko-KR" dirty="0"/>
              <a:t>” </a:t>
            </a:r>
            <a:r>
              <a:rPr lang="en-US" altLang="ko-KR" dirty="0" err="1"/>
              <a:t>resultType</a:t>
            </a:r>
            <a:r>
              <a:rPr lang="en-US" altLang="ko-KR" dirty="0"/>
              <a:t>=“</a:t>
            </a:r>
            <a:r>
              <a:rPr lang="ko-KR" altLang="en-US" dirty="0" err="1"/>
              <a:t>리턴클래스명</a:t>
            </a:r>
            <a:r>
              <a:rPr lang="en-US" altLang="ko-KR" dirty="0"/>
              <a:t>＂&gt;</a:t>
            </a:r>
          </a:p>
          <a:p>
            <a:pPr lvl="2"/>
            <a:r>
              <a:rPr lang="en-US" altLang="ko-KR" dirty="0"/>
              <a:t>SELECT ~~ WHERE id = #{id} </a:t>
            </a:r>
            <a:r>
              <a:rPr lang="ko-KR" altLang="en-US" dirty="0"/>
              <a:t>쿼리를 생성</a:t>
            </a:r>
            <a:endParaRPr lang="en-US" altLang="ko-KR" dirty="0"/>
          </a:p>
          <a:p>
            <a:pPr lvl="1"/>
            <a:r>
              <a:rPr lang="en-US" altLang="ko-KR" dirty="0"/>
              <a:t>&lt;/select&gt;</a:t>
            </a:r>
          </a:p>
          <a:p>
            <a:r>
              <a:rPr lang="en-US" altLang="ko-KR" dirty="0" err="1"/>
              <a:t>Mybatis</a:t>
            </a:r>
            <a:r>
              <a:rPr lang="en-US" altLang="ko-KR" dirty="0"/>
              <a:t> Mapper </a:t>
            </a:r>
            <a:r>
              <a:rPr lang="ko-KR" altLang="en-US" dirty="0"/>
              <a:t>인터페이스에서 </a:t>
            </a:r>
            <a:r>
              <a:rPr lang="ko-KR" altLang="en-US" dirty="0" err="1"/>
              <a:t>추상메소드</a:t>
            </a:r>
            <a:r>
              <a:rPr lang="ko-KR" altLang="en-US" dirty="0"/>
              <a:t> 추가</a:t>
            </a:r>
            <a:endParaRPr lang="en-US" altLang="ko-KR" dirty="0"/>
          </a:p>
          <a:p>
            <a:pPr lvl="1"/>
            <a:r>
              <a:rPr lang="en-US" altLang="ko-KR" dirty="0"/>
              <a:t>Public </a:t>
            </a:r>
            <a:r>
              <a:rPr lang="ko-KR" altLang="en-US" dirty="0" err="1"/>
              <a:t>리턴클래스명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r>
              <a:rPr lang="ko-KR" altLang="en-US" dirty="0" err="1"/>
              <a:t>메소드명</a:t>
            </a:r>
            <a:r>
              <a:rPr lang="en-US" altLang="ko-KR" dirty="0"/>
              <a:t>(</a:t>
            </a:r>
            <a:r>
              <a:rPr lang="ko-KR" altLang="en-US" dirty="0" err="1"/>
              <a:t>매개변수클래스명</a:t>
            </a:r>
            <a:r>
              <a:rPr lang="en-US" altLang="ko-KR" dirty="0"/>
              <a:t> </a:t>
            </a:r>
            <a:r>
              <a:rPr lang="ko-KR" altLang="en-US" dirty="0" err="1"/>
              <a:t>변수명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Service </a:t>
            </a:r>
            <a:r>
              <a:rPr lang="ko-KR" altLang="en-US" dirty="0"/>
              <a:t>클래스에서 </a:t>
            </a:r>
            <a:r>
              <a:rPr lang="en-US" altLang="ko-KR" dirty="0"/>
              <a:t>Mapper </a:t>
            </a:r>
            <a:r>
              <a:rPr lang="ko-KR" altLang="en-US" dirty="0"/>
              <a:t>인터페이스 메소드 실행</a:t>
            </a:r>
            <a:endParaRPr lang="en-US" altLang="ko-KR" dirty="0"/>
          </a:p>
          <a:p>
            <a:r>
              <a:rPr lang="en-US" altLang="ko-KR" dirty="0"/>
              <a:t>Controller </a:t>
            </a:r>
            <a:r>
              <a:rPr lang="ko-KR" altLang="en-US" dirty="0"/>
              <a:t>클래스 </a:t>
            </a:r>
            <a:r>
              <a:rPr lang="en-US" altLang="ko-KR" dirty="0"/>
              <a:t>@GetMapping(“</a:t>
            </a:r>
            <a:r>
              <a:rPr lang="ko-KR" altLang="en-US" dirty="0"/>
              <a:t>요청주소</a:t>
            </a:r>
            <a:r>
              <a:rPr lang="en-US" altLang="ko-KR" dirty="0"/>
              <a:t>”) public String </a:t>
            </a:r>
            <a:r>
              <a:rPr lang="ko-KR" altLang="en-US" dirty="0"/>
              <a:t>메소드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) {</a:t>
            </a:r>
          </a:p>
          <a:p>
            <a:pPr lvl="1"/>
            <a:r>
              <a:rPr lang="en-US" altLang="ko-KR" dirty="0"/>
              <a:t>Try{}</a:t>
            </a:r>
            <a:r>
              <a:rPr lang="ko-KR" altLang="en-US" dirty="0"/>
              <a:t> </a:t>
            </a:r>
            <a:r>
              <a:rPr lang="en-US" altLang="ko-KR" dirty="0"/>
              <a:t>catch{}</a:t>
            </a:r>
            <a:r>
              <a:rPr lang="ko-KR" altLang="en-US" dirty="0"/>
              <a:t> 사용하여 </a:t>
            </a:r>
            <a:r>
              <a:rPr lang="en-US" altLang="ko-KR" dirty="0" err="1"/>
              <a:t>CoffeeDto</a:t>
            </a:r>
            <a:r>
              <a:rPr lang="en-US" altLang="ko-KR" dirty="0"/>
              <a:t> find = </a:t>
            </a:r>
            <a:r>
              <a:rPr lang="en-US" altLang="ko-KR" dirty="0" err="1"/>
              <a:t>coffeeService.findById</a:t>
            </a:r>
            <a:r>
              <a:rPr lang="en-US" altLang="ko-KR" dirty="0"/>
              <a:t>(id);</a:t>
            </a:r>
          </a:p>
          <a:p>
            <a:pPr lvl="1"/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 err="1"/>
              <a:t>화면템플릿특정문자</a:t>
            </a:r>
            <a:r>
              <a:rPr lang="en-US" altLang="ko-KR" dirty="0"/>
              <a:t>”, find);</a:t>
            </a:r>
          </a:p>
          <a:p>
            <a:pPr lvl="1"/>
            <a:r>
              <a:rPr lang="en-US" altLang="ko-KR" dirty="0"/>
              <a:t>return “</a:t>
            </a:r>
            <a:r>
              <a:rPr lang="ko-KR" altLang="en-US" dirty="0" err="1"/>
              <a:t>화면템플릿파일경로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1867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27E2A-A8B4-4674-83C8-70209152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 (N</a:t>
            </a:r>
            <a:r>
              <a:rPr lang="ko-KR" altLang="en-US" sz="4000" dirty="0"/>
              <a:t>개 목록 검색 </a:t>
            </a:r>
            <a:r>
              <a:rPr lang="ko-KR" altLang="en-US" sz="4000" dirty="0" err="1"/>
              <a:t>페이징</a:t>
            </a:r>
            <a:r>
              <a:rPr lang="ko-KR" altLang="en-US" sz="4000" dirty="0"/>
              <a:t> 화면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C8EF5-0C1D-48A5-BB11-D2027055D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N</a:t>
            </a:r>
            <a:r>
              <a:rPr lang="ko-KR" altLang="en-US" dirty="0"/>
              <a:t>개 조회 화면</a:t>
            </a:r>
            <a:endParaRPr lang="en-US" altLang="ko-KR" dirty="0"/>
          </a:p>
          <a:p>
            <a:pPr lvl="1"/>
            <a:r>
              <a:rPr lang="en-US" altLang="ko-KR" dirty="0"/>
              <a:t>(*.xml </a:t>
            </a:r>
            <a:r>
              <a:rPr lang="ko-KR" altLang="en-US" dirty="0"/>
              <a:t>파일 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&lt;select id=“</a:t>
            </a:r>
            <a:r>
              <a:rPr lang="en-US" altLang="ko-KR" dirty="0" err="1"/>
              <a:t>selec</a:t>
            </a:r>
            <a:r>
              <a:rPr lang="ko-KR" altLang="en-US" dirty="0" err="1"/>
              <a:t>메소드명</a:t>
            </a:r>
            <a:r>
              <a:rPr lang="en-US" altLang="ko-KR" dirty="0"/>
              <a:t>” </a:t>
            </a:r>
            <a:r>
              <a:rPr lang="en-US" altLang="ko-KR" dirty="0" err="1"/>
              <a:t>parameterType</a:t>
            </a:r>
            <a:r>
              <a:rPr lang="en-US" altLang="ko-KR" dirty="0"/>
              <a:t>=“</a:t>
            </a:r>
            <a:r>
              <a:rPr lang="en-US" altLang="ko-KR" dirty="0" err="1"/>
              <a:t>SearchPaging</a:t>
            </a:r>
            <a:r>
              <a:rPr lang="ko-KR" altLang="en-US" dirty="0" err="1"/>
              <a:t>매개변수클래스명</a:t>
            </a:r>
            <a:r>
              <a:rPr lang="en-US" altLang="ko-KR" dirty="0"/>
              <a:t>” </a:t>
            </a:r>
            <a:r>
              <a:rPr lang="en-US" altLang="ko-KR" dirty="0" err="1"/>
              <a:t>resultType</a:t>
            </a:r>
            <a:r>
              <a:rPr lang="en-US" altLang="ko-KR" dirty="0"/>
              <a:t>=“</a:t>
            </a:r>
            <a:r>
              <a:rPr lang="ko-KR" altLang="en-US" dirty="0" err="1"/>
              <a:t>리턴클래스명</a:t>
            </a:r>
            <a:r>
              <a:rPr lang="en-US" altLang="ko-KR" dirty="0"/>
              <a:t>”&gt;</a:t>
            </a:r>
          </a:p>
          <a:p>
            <a:pPr lvl="2"/>
            <a:r>
              <a:rPr lang="en-US" altLang="ko-KR" dirty="0"/>
              <a:t>SELECT ~~ WHERE </a:t>
            </a:r>
            <a:r>
              <a:rPr lang="en-US" altLang="ko-KR" dirty="0" err="1"/>
              <a:t>SearchPaging</a:t>
            </a:r>
            <a:r>
              <a:rPr lang="ko-KR" altLang="en-US" dirty="0"/>
              <a:t>매개변수클래스의 멤버변수를 활용하여 조건문 작성</a:t>
            </a:r>
            <a:endParaRPr lang="en-US" altLang="ko-KR" dirty="0"/>
          </a:p>
          <a:p>
            <a:pPr lvl="2"/>
            <a:r>
              <a:rPr lang="en-US" altLang="ko-KR" dirty="0"/>
              <a:t>LIMIT #{</a:t>
            </a:r>
            <a:r>
              <a:rPr lang="ko-KR" altLang="en-US" dirty="0" err="1"/>
              <a:t>페이지당행수</a:t>
            </a:r>
            <a:r>
              <a:rPr lang="en-US" altLang="ko-KR" dirty="0"/>
              <a:t>} OFFSET #{</a:t>
            </a:r>
            <a:r>
              <a:rPr lang="ko-KR" altLang="en-US" dirty="0" err="1"/>
              <a:t>시작행인덱스</a:t>
            </a:r>
            <a:r>
              <a:rPr lang="en-US" altLang="ko-KR" dirty="0"/>
              <a:t>} </a:t>
            </a:r>
            <a:r>
              <a:rPr lang="ko-KR" altLang="en-US" dirty="0"/>
              <a:t>를 활용하여 </a:t>
            </a:r>
            <a:r>
              <a:rPr lang="ko-KR" altLang="en-US" dirty="0" err="1"/>
              <a:t>페이징</a:t>
            </a:r>
            <a:r>
              <a:rPr lang="ko-KR" altLang="en-US" dirty="0"/>
              <a:t> 처리</a:t>
            </a:r>
            <a:endParaRPr lang="en-US" altLang="ko-KR" dirty="0"/>
          </a:p>
          <a:p>
            <a:pPr lvl="1"/>
            <a:r>
              <a:rPr lang="en-US" altLang="ko-KR" dirty="0"/>
              <a:t>&lt;/select&gt;</a:t>
            </a:r>
          </a:p>
          <a:p>
            <a:r>
              <a:rPr lang="en-US" altLang="ko-KR" dirty="0" err="1"/>
              <a:t>Mybatis</a:t>
            </a:r>
            <a:r>
              <a:rPr lang="en-US" altLang="ko-KR" dirty="0"/>
              <a:t> Mapper </a:t>
            </a:r>
            <a:r>
              <a:rPr lang="ko-KR" altLang="en-US" dirty="0"/>
              <a:t>인터페이스에서 </a:t>
            </a:r>
            <a:r>
              <a:rPr lang="ko-KR" altLang="en-US" dirty="0" err="1"/>
              <a:t>추상메소드</a:t>
            </a:r>
            <a:r>
              <a:rPr lang="ko-KR" altLang="en-US" dirty="0"/>
              <a:t> 추가</a:t>
            </a:r>
            <a:endParaRPr lang="en-US" altLang="ko-KR" dirty="0"/>
          </a:p>
          <a:p>
            <a:pPr lvl="1"/>
            <a:r>
              <a:rPr lang="en-US" altLang="ko-KR" dirty="0"/>
              <a:t>Public </a:t>
            </a:r>
            <a:r>
              <a:rPr lang="ko-KR" altLang="en-US" dirty="0" err="1"/>
              <a:t>리턴클래스명</a:t>
            </a:r>
            <a:r>
              <a:rPr lang="ko-KR" altLang="en-US" dirty="0"/>
              <a:t> </a:t>
            </a:r>
            <a:r>
              <a:rPr lang="en-US" altLang="ko-KR" dirty="0" err="1"/>
              <a:t>selec</a:t>
            </a:r>
            <a:r>
              <a:rPr lang="ko-KR" altLang="en-US" dirty="0" err="1"/>
              <a:t>메소드명</a:t>
            </a:r>
            <a:r>
              <a:rPr lang="en-US" altLang="ko-KR" dirty="0"/>
              <a:t>(</a:t>
            </a:r>
            <a:r>
              <a:rPr lang="ko-KR" altLang="en-US" dirty="0" err="1"/>
              <a:t>매개변수클래스명</a:t>
            </a:r>
            <a:r>
              <a:rPr lang="en-US" altLang="ko-KR" dirty="0"/>
              <a:t> </a:t>
            </a:r>
            <a:r>
              <a:rPr lang="ko-KR" altLang="en-US" dirty="0" err="1"/>
              <a:t>변수명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Service </a:t>
            </a:r>
            <a:r>
              <a:rPr lang="ko-KR" altLang="en-US" dirty="0"/>
              <a:t>클래스에서 </a:t>
            </a:r>
            <a:r>
              <a:rPr lang="en-US" altLang="ko-KR" dirty="0"/>
              <a:t>Mapper </a:t>
            </a:r>
            <a:r>
              <a:rPr lang="ko-KR" altLang="en-US" dirty="0"/>
              <a:t>인터페이스 메소드 실행</a:t>
            </a:r>
            <a:endParaRPr lang="en-US" altLang="ko-KR" dirty="0"/>
          </a:p>
          <a:p>
            <a:r>
              <a:rPr lang="en-US" altLang="ko-KR" dirty="0"/>
              <a:t>Controller </a:t>
            </a:r>
            <a:r>
              <a:rPr lang="ko-KR" altLang="en-US" dirty="0"/>
              <a:t>클래스 </a:t>
            </a:r>
            <a:r>
              <a:rPr lang="en-US" altLang="ko-KR" dirty="0"/>
              <a:t>@GetMapping(“</a:t>
            </a:r>
            <a:r>
              <a:rPr lang="ko-KR" altLang="en-US" dirty="0"/>
              <a:t>요청주소</a:t>
            </a:r>
            <a:r>
              <a:rPr lang="en-US" altLang="ko-KR" dirty="0"/>
              <a:t>”) public String </a:t>
            </a:r>
            <a:r>
              <a:rPr lang="ko-KR" altLang="en-US" dirty="0"/>
              <a:t>메소드</a:t>
            </a:r>
            <a:r>
              <a:rPr lang="en-US" altLang="ko-KR" dirty="0"/>
              <a:t>(</a:t>
            </a:r>
            <a:r>
              <a:rPr lang="en-US" altLang="ko-KR" dirty="0" err="1"/>
              <a:t>SearchingPaging</a:t>
            </a:r>
            <a:r>
              <a:rPr lang="ko-KR" altLang="en-US" dirty="0"/>
              <a:t>매개변수</a:t>
            </a:r>
            <a:r>
              <a:rPr lang="en-US" altLang="ko-KR" dirty="0"/>
              <a:t>) {</a:t>
            </a:r>
          </a:p>
          <a:p>
            <a:pPr lvl="1"/>
            <a:r>
              <a:rPr lang="en-US" altLang="ko-KR" dirty="0"/>
              <a:t>Try{}</a:t>
            </a:r>
            <a:r>
              <a:rPr lang="ko-KR" altLang="en-US" dirty="0"/>
              <a:t> </a:t>
            </a:r>
            <a:r>
              <a:rPr lang="en-US" altLang="ko-KR" dirty="0"/>
              <a:t>catch{}</a:t>
            </a:r>
            <a:r>
              <a:rPr lang="ko-KR" altLang="en-US" dirty="0"/>
              <a:t> 사용하여 </a:t>
            </a:r>
            <a:r>
              <a:rPr lang="en-US" altLang="ko-KR" dirty="0"/>
              <a:t>List&lt;</a:t>
            </a:r>
            <a:r>
              <a:rPr lang="en-US" altLang="ko-KR" dirty="0" err="1"/>
              <a:t>CoffeeDto</a:t>
            </a:r>
            <a:r>
              <a:rPr lang="en-US" altLang="ko-KR" dirty="0"/>
              <a:t>&gt; list = </a:t>
            </a:r>
            <a:r>
              <a:rPr lang="en-US" altLang="ko-KR" dirty="0" err="1"/>
              <a:t>coffeeService.findByNameContains</a:t>
            </a:r>
            <a:r>
              <a:rPr lang="en-US" altLang="ko-KR" dirty="0"/>
              <a:t>(</a:t>
            </a:r>
            <a:r>
              <a:rPr lang="ko-KR" altLang="en-US" dirty="0" err="1"/>
              <a:t>검색클래스의객체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 err="1"/>
              <a:t>Model.addAttribute</a:t>
            </a:r>
            <a:r>
              <a:rPr lang="en-US" altLang="ko-KR" dirty="0"/>
              <a:t>(“</a:t>
            </a:r>
            <a:r>
              <a:rPr lang="ko-KR" altLang="en-US" dirty="0" err="1"/>
              <a:t>화면템플릿특정문자</a:t>
            </a:r>
            <a:r>
              <a:rPr lang="en-US" altLang="ko-KR" dirty="0"/>
              <a:t>”, find);</a:t>
            </a:r>
          </a:p>
          <a:p>
            <a:pPr lvl="1"/>
            <a:r>
              <a:rPr lang="en-US" altLang="ko-KR" dirty="0"/>
              <a:t>Return “</a:t>
            </a:r>
            <a:r>
              <a:rPr lang="ko-KR" altLang="en-US" dirty="0" err="1"/>
              <a:t>화면템플릿파일경로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6096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27E2A-A8B4-4674-83C8-70209152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U (update </a:t>
            </a:r>
            <a:r>
              <a:rPr lang="ko-KR" altLang="en-US" sz="4000" dirty="0"/>
              <a:t>화면</a:t>
            </a:r>
            <a:r>
              <a:rPr lang="en-US" altLang="ko-KR" sz="4000" dirty="0"/>
              <a:t>, update action)</a:t>
            </a:r>
            <a:endParaRPr lang="ko-KR" altLang="en-US" sz="40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0116357-4128-49F8-9763-7F5AF34D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 err="1"/>
              <a:t>웹화면템플릿</a:t>
            </a:r>
            <a:r>
              <a:rPr lang="ko-KR" altLang="en-US" dirty="0"/>
              <a:t> </a:t>
            </a:r>
            <a:r>
              <a:rPr lang="en-US" altLang="ko-KR" dirty="0"/>
              <a:t>(Mustache </a:t>
            </a:r>
            <a:r>
              <a:rPr lang="ko-KR" altLang="en-US" dirty="0"/>
              <a:t>문법 숙지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Id</a:t>
            </a:r>
            <a:r>
              <a:rPr lang="ko-KR" altLang="en-US" dirty="0"/>
              <a:t> 값으로 조회한 데이터를 화면에 출력하고 사용자가 키보드나 마우스로 수정한 값을 </a:t>
            </a:r>
            <a:r>
              <a:rPr lang="en-US" altLang="ko-KR" dirty="0"/>
              <a:t>Controller </a:t>
            </a:r>
            <a:r>
              <a:rPr lang="ko-KR" altLang="en-US" dirty="0"/>
              <a:t>에 전달해야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입력하여 만드는 컬럼의 값을 </a:t>
            </a:r>
            <a:r>
              <a:rPr lang="en-US" altLang="ko-KR" dirty="0"/>
              <a:t>html &lt;form&gt; </a:t>
            </a:r>
            <a:r>
              <a:rPr lang="ko-KR" altLang="en-US" dirty="0"/>
              <a:t>태그 안에 </a:t>
            </a:r>
            <a:r>
              <a:rPr lang="en-US" altLang="ko-KR" dirty="0"/>
              <a:t>&lt;input, &lt;select, &lt;</a:t>
            </a:r>
            <a:r>
              <a:rPr lang="en-US" altLang="ko-KR" dirty="0" err="1"/>
              <a:t>textarea</a:t>
            </a:r>
            <a:r>
              <a:rPr lang="en-US" altLang="ko-KR" dirty="0"/>
              <a:t>, .. </a:t>
            </a:r>
            <a:r>
              <a:rPr lang="ko-KR" altLang="en-US" dirty="0"/>
              <a:t>화면에 출력되고 사용자가 입력 되도록 </a:t>
            </a:r>
            <a:r>
              <a:rPr lang="ko-KR" altLang="en-US" dirty="0" err="1"/>
              <a:t>화면템플릿파일을</a:t>
            </a:r>
            <a:r>
              <a:rPr lang="ko-KR" altLang="en-US" dirty="0"/>
              <a:t> 만들어야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/main/resources/templates/coffee/modify.html</a:t>
            </a:r>
          </a:p>
          <a:p>
            <a:pPr lvl="2"/>
            <a:r>
              <a:rPr lang="en-US" altLang="ko-KR" dirty="0"/>
              <a:t>&lt;form id, name, method=“post” action=“./</a:t>
            </a:r>
            <a:r>
              <a:rPr lang="en-US" altLang="ko-KR" dirty="0" err="1"/>
              <a:t>updateaction</a:t>
            </a:r>
            <a:r>
              <a:rPr lang="en-US" altLang="ko-KR" dirty="0"/>
              <a:t>”&gt;</a:t>
            </a:r>
          </a:p>
          <a:p>
            <a:r>
              <a:rPr lang="en-US" altLang="ko-KR" dirty="0"/>
              <a:t>Java Controller</a:t>
            </a:r>
          </a:p>
          <a:p>
            <a:pPr lvl="1"/>
            <a:r>
              <a:rPr lang="ko-KR" altLang="en-US" dirty="0" err="1"/>
              <a:t>웹화면템플릿을</a:t>
            </a:r>
            <a:r>
              <a:rPr lang="ko-KR" altLang="en-US" dirty="0"/>
              <a:t> 출력할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요청 주소 </a:t>
            </a:r>
            <a:r>
              <a:rPr lang="en-US" altLang="ko-KR" dirty="0"/>
              <a:t>(Get </a:t>
            </a:r>
            <a:r>
              <a:rPr lang="ko-KR" altLang="en-US" dirty="0"/>
              <a:t>방식</a:t>
            </a:r>
            <a:r>
              <a:rPr lang="en-US" altLang="ko-KR" dirty="0"/>
              <a:t>)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웹화면템플릿파일경로를</a:t>
            </a:r>
            <a:r>
              <a:rPr lang="ko-KR" altLang="en-US" dirty="0"/>
              <a:t> </a:t>
            </a:r>
            <a:r>
              <a:rPr lang="en-US" altLang="ko-KR" dirty="0"/>
              <a:t>return </a:t>
            </a:r>
            <a:r>
              <a:rPr lang="ko-KR" altLang="en-US" dirty="0"/>
              <a:t>해야 한다</a:t>
            </a:r>
            <a:r>
              <a:rPr lang="en-US" altLang="ko-KR" dirty="0"/>
              <a:t>. return “coffee/modify”;</a:t>
            </a:r>
          </a:p>
          <a:p>
            <a:pPr lvl="1"/>
            <a:r>
              <a:rPr lang="en-US" altLang="ko-KR" dirty="0"/>
              <a:t>@GetMapping(“</a:t>
            </a:r>
            <a:r>
              <a:rPr lang="ko-KR" altLang="en-US" dirty="0"/>
              <a:t>요청주소</a:t>
            </a:r>
            <a:r>
              <a:rPr lang="en-US" altLang="ko-KR" dirty="0"/>
              <a:t>”) </a:t>
            </a:r>
            <a:r>
              <a:rPr lang="ko-KR" altLang="en-US" dirty="0"/>
              <a:t>메소드 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,..) {return “coffee/modify”;}</a:t>
            </a:r>
          </a:p>
          <a:p>
            <a:pPr lvl="1"/>
            <a:r>
              <a:rPr lang="en-US" altLang="ko-KR" dirty="0"/>
              <a:t>action </a:t>
            </a:r>
            <a:r>
              <a:rPr lang="ko-KR" altLang="en-US" dirty="0"/>
              <a:t>에 대한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요청주소</a:t>
            </a:r>
            <a:r>
              <a:rPr lang="en-US" altLang="ko-KR" dirty="0"/>
              <a:t>(POST </a:t>
            </a:r>
            <a:r>
              <a:rPr lang="ko-KR" altLang="en-US" dirty="0"/>
              <a:t>방식</a:t>
            </a:r>
            <a:r>
              <a:rPr lang="en-US" altLang="ko-KR" dirty="0"/>
              <a:t>) </a:t>
            </a:r>
            <a:r>
              <a:rPr lang="ko-KR" altLang="en-US" dirty="0"/>
              <a:t>으로 전달된 화면 데이터를 </a:t>
            </a:r>
            <a:r>
              <a:rPr lang="en-US" altLang="ko-KR" dirty="0"/>
              <a:t>SQL </a:t>
            </a:r>
            <a:r>
              <a:rPr lang="ko-KR" altLang="en-US" dirty="0"/>
              <a:t>의 </a:t>
            </a:r>
            <a:r>
              <a:rPr lang="en-US" altLang="ko-KR" dirty="0"/>
              <a:t>update </a:t>
            </a:r>
            <a:r>
              <a:rPr lang="ko-KR" altLang="en-US" dirty="0"/>
              <a:t>시켜야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@PostMapping(“actio</a:t>
            </a:r>
            <a:r>
              <a:rPr lang="ko-KR" altLang="en-US" dirty="0"/>
              <a:t>요청주소</a:t>
            </a:r>
            <a:r>
              <a:rPr lang="en-US" altLang="ko-KR" dirty="0"/>
              <a:t>”) </a:t>
            </a:r>
            <a:r>
              <a:rPr lang="ko-KR" altLang="en-US" dirty="0"/>
              <a:t>메소드 </a:t>
            </a:r>
            <a:r>
              <a:rPr lang="en-US" altLang="ko-KR" dirty="0"/>
              <a:t>(@ModelAttribute </a:t>
            </a:r>
            <a:r>
              <a:rPr lang="ko-KR" altLang="en-US" dirty="0"/>
              <a:t>매개변수</a:t>
            </a:r>
            <a:r>
              <a:rPr lang="en-US" altLang="ko-KR" dirty="0"/>
              <a:t>) {try </a:t>
            </a:r>
            <a:r>
              <a:rPr lang="ko-KR" altLang="en-US" dirty="0"/>
              <a:t>로 감싸야 한다</a:t>
            </a:r>
            <a:r>
              <a:rPr lang="en-US" altLang="ko-KR" dirty="0"/>
              <a:t>. </a:t>
            </a:r>
            <a:r>
              <a:rPr lang="en-US" altLang="ko-KR" dirty="0" err="1"/>
              <a:t>sql</a:t>
            </a:r>
            <a:r>
              <a:rPr lang="ko-KR" altLang="en-US" dirty="0"/>
              <a:t> 의 </a:t>
            </a:r>
            <a:r>
              <a:rPr lang="en-US" altLang="ko-KR" dirty="0"/>
              <a:t>update </a:t>
            </a:r>
            <a:r>
              <a:rPr lang="ko-KR" altLang="en-US" dirty="0"/>
              <a:t>실행</a:t>
            </a:r>
            <a:r>
              <a:rPr lang="en-US" altLang="ko-KR" dirty="0"/>
              <a:t>, return “redirect:./</a:t>
            </a:r>
            <a:r>
              <a:rPr lang="ko-KR" altLang="en-US" dirty="0"/>
              <a:t>상대주소로 목록화면</a:t>
            </a:r>
            <a:r>
              <a:rPr lang="en-US" altLang="ko-KR" dirty="0"/>
              <a:t>“;}</a:t>
            </a:r>
          </a:p>
        </p:txBody>
      </p:sp>
    </p:spTree>
    <p:extLst>
      <p:ext uri="{BB962C8B-B14F-4D97-AF65-F5344CB8AC3E}">
        <p14:creationId xmlns:p14="http://schemas.microsoft.com/office/powerpoint/2010/main" val="1809101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27E2A-A8B4-4674-83C8-70209152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D (delete action)</a:t>
            </a:r>
            <a:endParaRPr lang="ko-KR" altLang="en-US" sz="40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0116357-4128-49F8-9763-7F5AF34D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보통의 삭제 기능은 보기 화면이나 목록화면에서 삭제하므로 특별히 화면을 만들 필요가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다만 보기화면이나 목록화면에서 </a:t>
            </a:r>
            <a:r>
              <a:rPr lang="en-US" altLang="ko-KR" dirty="0"/>
              <a:t>form </a:t>
            </a:r>
            <a:r>
              <a:rPr lang="ko-KR" altLang="en-US" dirty="0"/>
              <a:t>태그로 </a:t>
            </a:r>
            <a:r>
              <a:rPr lang="en-US" altLang="ko-KR" dirty="0"/>
              <a:t>action </a:t>
            </a:r>
            <a:r>
              <a:rPr lang="ko-KR" altLang="en-US" dirty="0"/>
              <a:t>이 각 </a:t>
            </a:r>
            <a:r>
              <a:rPr lang="en-US" altLang="ko-KR" dirty="0"/>
              <a:t>id </a:t>
            </a:r>
            <a:r>
              <a:rPr lang="ko-KR" altLang="en-US" dirty="0"/>
              <a:t>별로 실행되는 버튼을 만들어야 한다</a:t>
            </a:r>
            <a:r>
              <a:rPr lang="en-US" altLang="ko-KR" dirty="0"/>
              <a:t>.&lt;form id, name, method=“post” action=“./</a:t>
            </a:r>
            <a:r>
              <a:rPr lang="en-US" altLang="ko-KR" dirty="0" err="1"/>
              <a:t>deleteaction</a:t>
            </a:r>
            <a:r>
              <a:rPr lang="en-US" altLang="ko-KR" dirty="0"/>
              <a:t>”&gt;</a:t>
            </a:r>
          </a:p>
          <a:p>
            <a:r>
              <a:rPr lang="en-US" altLang="ko-KR" dirty="0"/>
              <a:t>Java Controller</a:t>
            </a:r>
          </a:p>
          <a:p>
            <a:pPr lvl="1"/>
            <a:r>
              <a:rPr lang="en-US" altLang="ko-KR" dirty="0"/>
              <a:t>@PostMapping(“deleteaction”) </a:t>
            </a:r>
            <a:r>
              <a:rPr lang="ko-KR" altLang="en-US" dirty="0"/>
              <a:t>메소드 </a:t>
            </a:r>
            <a:r>
              <a:rPr lang="en-US" altLang="ko-KR" dirty="0"/>
              <a:t>(@ModelAttribute </a:t>
            </a:r>
            <a:r>
              <a:rPr lang="ko-KR" altLang="en-US" dirty="0"/>
              <a:t>매개변수</a:t>
            </a:r>
            <a:r>
              <a:rPr lang="en-US" altLang="ko-KR" dirty="0"/>
              <a:t>) {try </a:t>
            </a:r>
            <a:r>
              <a:rPr lang="ko-KR" altLang="en-US" dirty="0"/>
              <a:t>로 감싸야 한다</a:t>
            </a:r>
            <a:r>
              <a:rPr lang="en-US" altLang="ko-KR" dirty="0"/>
              <a:t>. </a:t>
            </a:r>
            <a:r>
              <a:rPr lang="en-US" altLang="ko-KR" dirty="0" err="1"/>
              <a:t>sql</a:t>
            </a:r>
            <a:r>
              <a:rPr lang="ko-KR" altLang="en-US" dirty="0"/>
              <a:t> 의 </a:t>
            </a:r>
            <a:r>
              <a:rPr lang="en-US" altLang="ko-KR"/>
              <a:t>delete </a:t>
            </a:r>
            <a:r>
              <a:rPr lang="ko-KR" altLang="en-US" dirty="0"/>
              <a:t>실행</a:t>
            </a:r>
            <a:r>
              <a:rPr lang="en-US" altLang="ko-KR" dirty="0"/>
              <a:t>, return “redirect:./</a:t>
            </a:r>
            <a:r>
              <a:rPr lang="ko-KR" altLang="en-US" dirty="0"/>
              <a:t>상대주소로 목록화면</a:t>
            </a:r>
            <a:r>
              <a:rPr lang="en-US" altLang="ko-KR" dirty="0"/>
              <a:t>“;}</a:t>
            </a:r>
          </a:p>
        </p:txBody>
      </p:sp>
    </p:spTree>
    <p:extLst>
      <p:ext uri="{BB962C8B-B14F-4D97-AF65-F5344CB8AC3E}">
        <p14:creationId xmlns:p14="http://schemas.microsoft.com/office/powerpoint/2010/main" val="1687603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2531</Words>
  <Application>Microsoft Office PowerPoint</Application>
  <PresentationFormat>와이드스크린</PresentationFormat>
  <Paragraphs>287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WEB 서버 SpringBoot MPA 화면 CRUD</vt:lpstr>
      <vt:lpstr>Spring Boot Web Application Prj생성</vt:lpstr>
      <vt:lpstr>DataBase 생성</vt:lpstr>
      <vt:lpstr>SpringBoot application.yml 설정</vt:lpstr>
      <vt:lpstr>SpringBoot sql 쿼리 로그 설정</vt:lpstr>
      <vt:lpstr>MVC 패턴을 이용해서 웹Controller &lt;-&gt; RDBMS</vt:lpstr>
      <vt:lpstr>스프링부트 MVC 패턴 화면템플릿(mustach)</vt:lpstr>
      <vt:lpstr>스프링부트 MVC 패턴 Controller 형태</vt:lpstr>
      <vt:lpstr>스프링부트 MVC 패턴 Service 형태</vt:lpstr>
      <vt:lpstr>스프링부트 MVC 패턴 MybatisMapper</vt:lpstr>
      <vt:lpstr>스프링부트 MVC 패턴 Mybatis SQL</vt:lpstr>
      <vt:lpstr>C (insert 화면, insert action)</vt:lpstr>
      <vt:lpstr>R (1개 조회 화면)</vt:lpstr>
      <vt:lpstr>R (N개 목록 검색 페이징 화면)</vt:lpstr>
      <vt:lpstr>U (update 화면, update action)</vt:lpstr>
      <vt:lpstr>D (delete action)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서버 SpringBoot MPA 화면 CRUD</dc:title>
  <dc:creator>공-813-001</dc:creator>
  <cp:lastModifiedBy>공-813-001</cp:lastModifiedBy>
  <cp:revision>19</cp:revision>
  <dcterms:created xsi:type="dcterms:W3CDTF">2025-07-24T00:29:13Z</dcterms:created>
  <dcterms:modified xsi:type="dcterms:W3CDTF">2025-07-24T01:35:17Z</dcterms:modified>
</cp:coreProperties>
</file>